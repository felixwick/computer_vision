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69C19-BB6A-066E-B370-765A4298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32F4E7-4869-9ABD-524D-B6197D567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59B793-7EC8-D23B-32FC-63C75D3D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D3166B-50D7-33C4-2E2E-C4E260D4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F56D0B-1B4A-CB7D-E45E-690F26D6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356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AB3923-C357-2730-DEEA-F1C354B6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1CFF87-F504-387C-9B3E-9C5FC1182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100055-E91C-6920-A03F-CFE5588A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755035-2DB6-A8D2-887C-1FB1DD5B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45041C-1F5D-40B0-6125-808845AB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76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A13158-92CF-8206-1966-8617A5D43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91AB2D-A81E-1B4F-526C-CF000911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7297CF-DA46-FFBC-56A4-0850210F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E294DE-BF7B-C5E0-7940-7E3A5174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2C29B9-C01E-BB67-1FFD-8531EC98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788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65D51-65C4-2E2A-DBCF-78322883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5E337C-205D-21CE-29C5-CDE207CAB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75A40B-3260-FFD9-02FC-3084BEB38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486204-8034-6608-417B-BF6830BD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D2282E-03B1-2692-549F-BF55E585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ABD09B-668E-D7ED-CEAF-4D834078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104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FBFB3-8A4F-0E17-548F-4A2A02EE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84F695-9F5A-A3C5-63C0-C9F0F836C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87FDD8-E1EA-84BB-6C84-CBD1EB7E8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FD8B3EA-46D8-1215-7977-BA60A5E14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FD31428-FD70-99AB-9F41-384A212AB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33F2FC-3175-48ED-600F-7FCBA4CB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9DEE39-DBCD-8169-EE72-8CD5BF28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91ABE30-29D9-ABC1-5A6E-D455BBEF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3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6912B-6797-684D-09B7-8A2C564C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85BF9F-527B-7ADD-CCC8-DAE70F7F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160EAA-D5D8-F5BD-E050-014A5902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60485F-7E91-8818-E559-D11D438A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5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DA6BAF-7C26-A834-60F0-C68A3F2C0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E492138-9612-86EB-E2C6-F3F56103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EDD75C-CE2F-2524-A3E0-579F5EB9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59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83A4A8-6F93-2CA4-95A5-57BED1DF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76AE7C-B4A7-FE50-5F83-DE9E32A3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B45C63-A63D-9C2E-6197-2C50CB68D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847CC9-961A-5D97-C968-701EF43C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8D2C94-F2AC-A5DB-BE26-8B5FEE5C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A7A22E-CFDE-BC4C-4124-6729AA24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812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11AC9-B29C-C481-DCA8-0352001F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4C060D-1ED5-3016-2AF3-301FA91974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21BBEE-4032-7B1D-712B-D6A7EA590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1A90D0-9CC2-6029-FA02-A2888810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6CAA25-CE6F-2107-7C3F-0D62CBF3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0A473B-A688-333E-8D66-BC9D1B41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53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9E482-CE9A-B1B4-196A-4CD49A3B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2271B7-2C78-6237-3CC6-F1157735F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F010A-503A-1AD4-86D9-688000A2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D12C1-BF7C-EEEE-C9D9-2E033143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61136A-1FA0-1FEE-6F1F-312AA4CF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06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7D8F956-9611-4F39-2BE2-BCA4E51BA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56BDDC-54C0-77BA-856B-6AD2837B1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055604-02B6-BEA6-5D98-170F380D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9CB4FF-9092-0A9A-E05A-CD1D3378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B3576A-381E-093A-2A11-06A84FF7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133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821943-898D-98CE-97D8-660D383D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9F5670-1E6E-9A97-8C93-53A9BCAE8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E9214D-96C2-BF0A-339E-4D9E75655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6EA89-6B52-974C-9567-5C93A8FFC25B}" type="datetimeFigureOut">
              <a:rPr lang="de-DE" smtClean="0"/>
              <a:t>06.10.26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5953B6-9DB4-1800-05AC-81B871A11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D082DD-FFDC-1037-19EB-C5BD23338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7C5DC-FA4B-E449-8F16-16A6043BF8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65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5D1EC-0C45-515E-FBF7-151FE65B8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5874"/>
            <a:ext cx="9144000" cy="926251"/>
          </a:xfrm>
        </p:spPr>
        <p:txBody>
          <a:bodyPr>
            <a:normAutofit fontScale="90000"/>
          </a:bodyPr>
          <a:lstStyle/>
          <a:p>
            <a:r>
              <a:rPr lang="de-DE" dirty="0"/>
              <a:t>Image Processing Lab Projects</a:t>
            </a:r>
          </a:p>
        </p:txBody>
      </p:sp>
    </p:spTree>
    <p:extLst>
      <p:ext uri="{BB962C8B-B14F-4D97-AF65-F5344CB8AC3E}">
        <p14:creationId xmlns:p14="http://schemas.microsoft.com/office/powerpoint/2010/main" val="121187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8F75A9-8F21-FA7B-2C19-6AF3E147C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1: Coin </a:t>
            </a:r>
            <a:r>
              <a:rPr lang="de-DE" dirty="0" err="1"/>
              <a:t>Detection</a:t>
            </a:r>
            <a:r>
              <a:rPr lang="de-DE" dirty="0"/>
              <a:t> &amp; Classification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C71C9-06E7-D9C3-E3AE-0D4E6B9B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Goal: </a:t>
            </a:r>
            <a:r>
              <a:rPr lang="de-DE" sz="2400" dirty="0" err="1"/>
              <a:t>Develop</a:t>
            </a:r>
            <a:r>
              <a:rPr lang="de-DE" sz="2400" dirty="0"/>
              <a:t> a Python-</a:t>
            </a:r>
            <a:r>
              <a:rPr lang="de-DE" sz="2400" dirty="0" err="1"/>
              <a:t>based</a:t>
            </a:r>
            <a:r>
              <a:rPr lang="de-DE" sz="2400" dirty="0"/>
              <a:t> </a:t>
            </a:r>
            <a:r>
              <a:rPr lang="de-DE" sz="2400" dirty="0" err="1"/>
              <a:t>computer</a:t>
            </a:r>
            <a:r>
              <a:rPr lang="de-DE" sz="2400" dirty="0"/>
              <a:t> </a:t>
            </a:r>
            <a:r>
              <a:rPr lang="de-DE" sz="2400" dirty="0" err="1"/>
              <a:t>vision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automatically</a:t>
            </a:r>
            <a:r>
              <a:rPr lang="de-DE" sz="2400" dirty="0"/>
              <a:t> </a:t>
            </a:r>
            <a:r>
              <a:rPr lang="de-DE" sz="2400" dirty="0" err="1"/>
              <a:t>identifies</a:t>
            </a:r>
            <a:r>
              <a:rPr lang="de-DE" sz="2400" dirty="0"/>
              <a:t> Euro </a:t>
            </a:r>
            <a:r>
              <a:rPr lang="de-DE" sz="2400" dirty="0" err="1"/>
              <a:t>coins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camera</a:t>
            </a:r>
            <a:r>
              <a:rPr lang="de-DE" sz="2400" dirty="0"/>
              <a:t> </a:t>
            </a:r>
            <a:r>
              <a:rPr lang="de-DE" sz="2400" dirty="0" err="1"/>
              <a:t>images</a:t>
            </a:r>
            <a:r>
              <a:rPr lang="de-DE" sz="2400" dirty="0"/>
              <a:t> and </a:t>
            </a:r>
            <a:r>
              <a:rPr lang="de-DE" sz="2400" dirty="0" err="1"/>
              <a:t>determines</a:t>
            </a:r>
            <a:r>
              <a:rPr lang="de-DE" sz="2400" dirty="0"/>
              <a:t> </a:t>
            </a:r>
            <a:r>
              <a:rPr lang="de-DE" sz="2400" dirty="0" err="1"/>
              <a:t>their</a:t>
            </a:r>
            <a:r>
              <a:rPr lang="de-DE" sz="2400" dirty="0"/>
              <a:t> total </a:t>
            </a:r>
            <a:r>
              <a:rPr lang="de-DE" sz="2400" dirty="0" err="1"/>
              <a:t>value</a:t>
            </a:r>
            <a:r>
              <a:rPr lang="de-DE" sz="2400" dirty="0"/>
              <a:t>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r>
              <a:rPr lang="de-DE" sz="2400" dirty="0"/>
              <a:t>:</a:t>
            </a:r>
          </a:p>
          <a:p>
            <a:pPr lvl="0"/>
            <a:r>
              <a:rPr lang="de-DE" sz="2400" dirty="0"/>
              <a:t>Capture </a:t>
            </a:r>
            <a:r>
              <a:rPr lang="de-DE" sz="2400" dirty="0" err="1"/>
              <a:t>suitable</a:t>
            </a:r>
            <a:r>
              <a:rPr lang="de-DE" sz="2400" dirty="0"/>
              <a:t> </a:t>
            </a:r>
            <a:r>
              <a:rPr lang="de-DE" sz="2400" dirty="0" err="1"/>
              <a:t>images</a:t>
            </a:r>
            <a:r>
              <a:rPr lang="de-DE" sz="2400" dirty="0"/>
              <a:t> of a </a:t>
            </a:r>
            <a:r>
              <a:rPr lang="de-DE" sz="2400" dirty="0" err="1"/>
              <a:t>calibration</a:t>
            </a:r>
            <a:r>
              <a:rPr lang="de-DE" sz="2400" dirty="0"/>
              <a:t> </a:t>
            </a:r>
            <a:r>
              <a:rPr lang="de-DE" sz="2400" dirty="0" err="1"/>
              <a:t>object</a:t>
            </a:r>
            <a:r>
              <a:rPr lang="de-DE" sz="2400" dirty="0"/>
              <a:t> and Euro </a:t>
            </a:r>
            <a:r>
              <a:rPr lang="de-DE" sz="2400" dirty="0" err="1"/>
              <a:t>coins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Calibrate</a:t>
            </a:r>
            <a:r>
              <a:rPr lang="de-DE" sz="2400" dirty="0"/>
              <a:t> the </a:t>
            </a:r>
            <a:r>
              <a:rPr lang="de-DE" sz="2400" dirty="0" err="1"/>
              <a:t>camera</a:t>
            </a:r>
            <a:r>
              <a:rPr lang="de-DE" sz="2400" dirty="0"/>
              <a:t> to </a:t>
            </a:r>
            <a:r>
              <a:rPr lang="de-DE" sz="2400" dirty="0" err="1"/>
              <a:t>establish</a:t>
            </a:r>
            <a:r>
              <a:rPr lang="de-DE" sz="2400" dirty="0"/>
              <a:t> the </a:t>
            </a:r>
            <a:r>
              <a:rPr lang="de-DE" sz="2400" dirty="0" err="1"/>
              <a:t>relationship</a:t>
            </a:r>
            <a:r>
              <a:rPr lang="de-DE" sz="2400" dirty="0"/>
              <a:t> </a:t>
            </a:r>
            <a:r>
              <a:rPr lang="de-DE" sz="2400" dirty="0" err="1"/>
              <a:t>between</a:t>
            </a:r>
            <a:r>
              <a:rPr lang="de-DE" sz="2400" dirty="0"/>
              <a:t> </a:t>
            </a:r>
            <a:r>
              <a:rPr lang="de-DE" sz="2400" dirty="0" err="1"/>
              <a:t>image</a:t>
            </a:r>
            <a:r>
              <a:rPr lang="de-DE" sz="2400" dirty="0"/>
              <a:t> </a:t>
            </a:r>
            <a:r>
              <a:rPr lang="de-DE" sz="2400" dirty="0" err="1"/>
              <a:t>measurements</a:t>
            </a:r>
            <a:r>
              <a:rPr lang="de-DE" sz="2400" dirty="0"/>
              <a:t> and real-</a:t>
            </a:r>
            <a:r>
              <a:rPr lang="de-DE" sz="2400" dirty="0" err="1"/>
              <a:t>world</a:t>
            </a:r>
            <a:r>
              <a:rPr lang="de-DE" sz="2400" dirty="0"/>
              <a:t> </a:t>
            </a:r>
            <a:r>
              <a:rPr lang="de-DE" sz="2400" dirty="0" err="1"/>
              <a:t>dimensions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Develop</a:t>
            </a:r>
            <a:r>
              <a:rPr lang="de-DE" sz="2400" dirty="0"/>
              <a:t> </a:t>
            </a:r>
            <a:r>
              <a:rPr lang="de-DE" sz="2400" dirty="0" err="1"/>
              <a:t>your</a:t>
            </a:r>
            <a:r>
              <a:rPr lang="de-DE" sz="2400" dirty="0"/>
              <a:t> own </a:t>
            </a:r>
            <a:r>
              <a:rPr lang="de-DE" sz="2400" dirty="0" err="1"/>
              <a:t>approach</a:t>
            </a:r>
            <a:r>
              <a:rPr lang="de-DE" sz="2400" dirty="0"/>
              <a:t> to </a:t>
            </a:r>
            <a:r>
              <a:rPr lang="de-DE" sz="2400" dirty="0" err="1"/>
              <a:t>detect</a:t>
            </a:r>
            <a:r>
              <a:rPr lang="de-DE" sz="2400" dirty="0"/>
              <a:t> and </a:t>
            </a:r>
            <a:r>
              <a:rPr lang="de-DE" sz="2400" dirty="0" err="1"/>
              <a:t>measure</a:t>
            </a:r>
            <a:r>
              <a:rPr lang="de-DE" sz="2400" dirty="0"/>
              <a:t> </a:t>
            </a:r>
            <a:r>
              <a:rPr lang="de-DE" sz="2400" dirty="0" err="1"/>
              <a:t>coins</a:t>
            </a:r>
            <a:r>
              <a:rPr lang="de-DE" sz="2400" dirty="0"/>
              <a:t> in the </a:t>
            </a:r>
            <a:r>
              <a:rPr lang="de-DE" sz="2400" dirty="0" err="1"/>
              <a:t>images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Classify</a:t>
            </a:r>
            <a:r>
              <a:rPr lang="de-DE" sz="2400" dirty="0"/>
              <a:t> </a:t>
            </a:r>
            <a:r>
              <a:rPr lang="de-DE" sz="2400" dirty="0" err="1"/>
              <a:t>each</a:t>
            </a:r>
            <a:r>
              <a:rPr lang="de-DE" sz="2400" dirty="0"/>
              <a:t> </a:t>
            </a:r>
            <a:r>
              <a:rPr lang="de-DE" sz="2400" dirty="0" err="1"/>
              <a:t>coin</a:t>
            </a:r>
            <a:r>
              <a:rPr lang="de-DE" sz="2400" dirty="0"/>
              <a:t> </a:t>
            </a:r>
            <a:r>
              <a:rPr lang="de-DE" sz="2400" dirty="0" err="1"/>
              <a:t>based</a:t>
            </a:r>
            <a:r>
              <a:rPr lang="de-DE" sz="2400" dirty="0"/>
              <a:t> on </a:t>
            </a:r>
            <a:r>
              <a:rPr lang="de-DE" sz="2400" dirty="0" err="1"/>
              <a:t>its</a:t>
            </a:r>
            <a:r>
              <a:rPr lang="de-DE" sz="2400" dirty="0"/>
              <a:t> </a:t>
            </a:r>
            <a:r>
              <a:rPr lang="de-DE" sz="2400" dirty="0" err="1"/>
              <a:t>measured</a:t>
            </a:r>
            <a:r>
              <a:rPr lang="de-DE" sz="2400" dirty="0"/>
              <a:t> </a:t>
            </a:r>
            <a:r>
              <a:rPr lang="de-DE" sz="2400" dirty="0" err="1"/>
              <a:t>properties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Process</a:t>
            </a:r>
            <a:r>
              <a:rPr lang="de-DE" sz="2400" dirty="0"/>
              <a:t> multiple </a:t>
            </a:r>
            <a:r>
              <a:rPr lang="de-DE" sz="2400" dirty="0" err="1"/>
              <a:t>coins</a:t>
            </a:r>
            <a:r>
              <a:rPr lang="de-DE" sz="2400" dirty="0"/>
              <a:t> and </a:t>
            </a:r>
            <a:r>
              <a:rPr lang="de-DE" sz="2400" dirty="0" err="1"/>
              <a:t>calculate</a:t>
            </a:r>
            <a:r>
              <a:rPr lang="de-DE" sz="2400" dirty="0"/>
              <a:t> </a:t>
            </a:r>
            <a:r>
              <a:rPr lang="de-DE" sz="2400" dirty="0" err="1"/>
              <a:t>their</a:t>
            </a:r>
            <a:r>
              <a:rPr lang="de-DE" sz="2400" dirty="0"/>
              <a:t> total </a:t>
            </a:r>
            <a:r>
              <a:rPr lang="de-DE" sz="2400" dirty="0" err="1"/>
              <a:t>monetary</a:t>
            </a:r>
            <a:r>
              <a:rPr lang="de-DE" sz="2400" dirty="0"/>
              <a:t> </a:t>
            </a:r>
            <a:r>
              <a:rPr lang="de-DE" sz="2400" dirty="0" err="1"/>
              <a:t>value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Evaluate</a:t>
            </a:r>
            <a:r>
              <a:rPr lang="de-DE" sz="2400" dirty="0"/>
              <a:t> the </a:t>
            </a:r>
            <a:r>
              <a:rPr lang="de-DE" sz="2400" dirty="0" err="1"/>
              <a:t>accuracy</a:t>
            </a:r>
            <a:r>
              <a:rPr lang="de-DE" sz="2400" dirty="0"/>
              <a:t> and </a:t>
            </a:r>
            <a:r>
              <a:rPr lang="de-DE" sz="2400" dirty="0" err="1"/>
              <a:t>reliability</a:t>
            </a:r>
            <a:r>
              <a:rPr lang="de-DE" sz="2400" dirty="0"/>
              <a:t> of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approach</a:t>
            </a:r>
            <a:r>
              <a:rPr lang="de-D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26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5C3A9-71EE-A003-F1DF-54BC2EAD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2: SMD </a:t>
            </a:r>
            <a:r>
              <a:rPr lang="de-DE" dirty="0" err="1"/>
              <a:t>Capacitor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B6627A-8D1F-5781-7D7A-B5CBC138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Goal: </a:t>
            </a:r>
            <a:r>
              <a:rPr lang="de-DE" sz="2400" dirty="0" err="1"/>
              <a:t>Develop</a:t>
            </a:r>
            <a:r>
              <a:rPr lang="de-DE" sz="2400" dirty="0"/>
              <a:t> a Python-</a:t>
            </a:r>
            <a:r>
              <a:rPr lang="de-DE" sz="2400" dirty="0" err="1"/>
              <a:t>based</a:t>
            </a:r>
            <a:r>
              <a:rPr lang="de-DE" sz="2400" dirty="0"/>
              <a:t> </a:t>
            </a:r>
            <a:r>
              <a:rPr lang="de-DE" sz="2400" dirty="0" err="1"/>
              <a:t>computer</a:t>
            </a:r>
            <a:r>
              <a:rPr lang="de-DE" sz="2400" dirty="0"/>
              <a:t> </a:t>
            </a:r>
            <a:r>
              <a:rPr lang="de-DE" sz="2400" dirty="0" err="1"/>
              <a:t>vision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automatically</a:t>
            </a:r>
            <a:r>
              <a:rPr lang="de-DE" sz="2400" dirty="0"/>
              <a:t> </a:t>
            </a:r>
            <a:r>
              <a:rPr lang="de-DE" sz="2400" dirty="0" err="1"/>
              <a:t>detects</a:t>
            </a:r>
            <a:r>
              <a:rPr lang="de-DE" sz="2400" dirty="0"/>
              <a:t> and </a:t>
            </a:r>
            <a:r>
              <a:rPr lang="de-DE" sz="2400" dirty="0" err="1"/>
              <a:t>counts</a:t>
            </a:r>
            <a:r>
              <a:rPr lang="de-DE" sz="2400" dirty="0"/>
              <a:t> SMD </a:t>
            </a:r>
            <a:r>
              <a:rPr lang="de-DE" sz="2400" dirty="0" err="1"/>
              <a:t>capacitors</a:t>
            </a:r>
            <a:r>
              <a:rPr lang="de-DE" sz="2400" dirty="0"/>
              <a:t> on a </a:t>
            </a:r>
            <a:r>
              <a:rPr lang="de-DE" sz="2400" dirty="0" err="1"/>
              <a:t>graphics</a:t>
            </a:r>
            <a:r>
              <a:rPr lang="de-DE" sz="2400" dirty="0"/>
              <a:t> </a:t>
            </a:r>
            <a:r>
              <a:rPr lang="de-DE" sz="2400" dirty="0" err="1"/>
              <a:t>chip</a:t>
            </a:r>
            <a:r>
              <a:rPr lang="de-DE" sz="2400" dirty="0"/>
              <a:t>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r>
              <a:rPr lang="de-DE" sz="2400" dirty="0"/>
              <a:t>:</a:t>
            </a:r>
          </a:p>
          <a:p>
            <a:pPr lvl="0"/>
            <a:r>
              <a:rPr lang="de-DE" sz="2400" dirty="0"/>
              <a:t>Capture a </a:t>
            </a:r>
            <a:r>
              <a:rPr lang="de-DE" sz="2400" dirty="0" err="1"/>
              <a:t>suitable</a:t>
            </a:r>
            <a:r>
              <a:rPr lang="de-DE" sz="2400" dirty="0"/>
              <a:t> </a:t>
            </a:r>
            <a:r>
              <a:rPr lang="de-DE" sz="2400" dirty="0" err="1"/>
              <a:t>image</a:t>
            </a:r>
            <a:r>
              <a:rPr lang="de-DE" sz="2400" dirty="0"/>
              <a:t> of the </a:t>
            </a:r>
            <a:r>
              <a:rPr lang="de-DE" sz="2400" dirty="0" err="1"/>
              <a:t>graphics</a:t>
            </a:r>
            <a:r>
              <a:rPr lang="de-DE" sz="2400" dirty="0"/>
              <a:t> </a:t>
            </a:r>
            <a:r>
              <a:rPr lang="de-DE" sz="2400" dirty="0" err="1"/>
              <a:t>chip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Develop</a:t>
            </a:r>
            <a:r>
              <a:rPr lang="de-DE" sz="2400" dirty="0"/>
              <a:t> </a:t>
            </a:r>
            <a:r>
              <a:rPr lang="de-DE" sz="2400" dirty="0" err="1"/>
              <a:t>your</a:t>
            </a:r>
            <a:r>
              <a:rPr lang="de-DE" sz="2400" dirty="0"/>
              <a:t> own </a:t>
            </a:r>
            <a:r>
              <a:rPr lang="de-DE" sz="2400" dirty="0" err="1"/>
              <a:t>approach</a:t>
            </a:r>
            <a:r>
              <a:rPr lang="de-DE" sz="2400" dirty="0"/>
              <a:t> to </a:t>
            </a:r>
            <a:r>
              <a:rPr lang="de-DE" sz="2400" dirty="0" err="1"/>
              <a:t>detect</a:t>
            </a:r>
            <a:r>
              <a:rPr lang="de-DE" sz="2400" dirty="0"/>
              <a:t> the </a:t>
            </a:r>
            <a:r>
              <a:rPr lang="de-DE" sz="2400" dirty="0" err="1"/>
              <a:t>capacitors</a:t>
            </a:r>
            <a:r>
              <a:rPr lang="de-DE" sz="2400" dirty="0"/>
              <a:t>, </a:t>
            </a:r>
            <a:r>
              <a:rPr lang="de-DE" sz="2400" dirty="0" err="1"/>
              <a:t>regardless</a:t>
            </a:r>
            <a:r>
              <a:rPr lang="de-DE" sz="2400" dirty="0"/>
              <a:t> of </a:t>
            </a:r>
            <a:r>
              <a:rPr lang="de-DE" sz="2400" dirty="0" err="1"/>
              <a:t>their</a:t>
            </a:r>
            <a:r>
              <a:rPr lang="de-DE" sz="2400" dirty="0"/>
              <a:t> </a:t>
            </a:r>
            <a:r>
              <a:rPr lang="de-DE" sz="2400" dirty="0" err="1"/>
              <a:t>orientation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Visualize</a:t>
            </a:r>
            <a:r>
              <a:rPr lang="de-DE" sz="2400" dirty="0"/>
              <a:t> the </a:t>
            </a:r>
            <a:r>
              <a:rPr lang="de-DE" sz="2400" dirty="0" err="1"/>
              <a:t>detected</a:t>
            </a:r>
            <a:r>
              <a:rPr lang="de-DE" sz="2400" dirty="0"/>
              <a:t> </a:t>
            </a:r>
            <a:r>
              <a:rPr lang="de-DE" sz="2400" dirty="0" err="1"/>
              <a:t>components</a:t>
            </a:r>
            <a:r>
              <a:rPr lang="de-DE" sz="2400" dirty="0"/>
              <a:t> and </a:t>
            </a:r>
            <a:r>
              <a:rPr lang="de-DE" sz="2400" dirty="0" err="1"/>
              <a:t>determine</a:t>
            </a:r>
            <a:r>
              <a:rPr lang="de-DE" sz="2400" dirty="0"/>
              <a:t> </a:t>
            </a:r>
            <a:r>
              <a:rPr lang="de-DE" sz="2400" dirty="0" err="1"/>
              <a:t>their</a:t>
            </a:r>
            <a:r>
              <a:rPr lang="de-DE" sz="2400" dirty="0"/>
              <a:t> total </a:t>
            </a:r>
            <a:r>
              <a:rPr lang="de-DE" sz="2400" dirty="0" err="1"/>
              <a:t>number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Evaluate</a:t>
            </a:r>
            <a:r>
              <a:rPr lang="de-DE" sz="2400" dirty="0"/>
              <a:t> and </a:t>
            </a:r>
            <a:r>
              <a:rPr lang="de-DE" sz="2400" dirty="0" err="1"/>
              <a:t>optimize</a:t>
            </a:r>
            <a:r>
              <a:rPr lang="de-DE" sz="2400" dirty="0"/>
              <a:t>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approach</a:t>
            </a:r>
            <a:r>
              <a:rPr lang="de-DE" sz="2400" dirty="0"/>
              <a:t> to </a:t>
            </a:r>
            <a:r>
              <a:rPr lang="de-DE" sz="2400" dirty="0" err="1"/>
              <a:t>achieve</a:t>
            </a:r>
            <a:r>
              <a:rPr lang="de-DE" sz="2400" dirty="0"/>
              <a:t> ≥90% </a:t>
            </a:r>
            <a:r>
              <a:rPr lang="de-DE" sz="2400" dirty="0" err="1"/>
              <a:t>detection</a:t>
            </a:r>
            <a:r>
              <a:rPr lang="de-DE" sz="2400" dirty="0"/>
              <a:t> </a:t>
            </a:r>
            <a:r>
              <a:rPr lang="de-DE" sz="2400" dirty="0" err="1"/>
              <a:t>accuracy</a:t>
            </a:r>
            <a:r>
              <a:rPr lang="de-D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405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0EFB5-7C98-258B-EF18-8CD02BB3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3: Event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B0247C-B0F4-04F5-CEE6-679A16D49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Goal: </a:t>
            </a:r>
            <a:r>
              <a:rPr lang="de-DE" sz="2400" dirty="0" err="1"/>
              <a:t>Develop</a:t>
            </a:r>
            <a:r>
              <a:rPr lang="de-DE" sz="2400" dirty="0"/>
              <a:t> a Python-</a:t>
            </a:r>
            <a:r>
              <a:rPr lang="de-DE" sz="2400" dirty="0" err="1"/>
              <a:t>based</a:t>
            </a:r>
            <a:r>
              <a:rPr lang="de-DE" sz="2400" dirty="0"/>
              <a:t> </a:t>
            </a:r>
            <a:r>
              <a:rPr lang="de-DE" sz="2400" dirty="0" err="1"/>
              <a:t>computer</a:t>
            </a:r>
            <a:r>
              <a:rPr lang="de-DE" sz="2400" dirty="0"/>
              <a:t> </a:t>
            </a:r>
            <a:r>
              <a:rPr lang="de-DE" sz="2400" dirty="0" err="1"/>
              <a:t>vision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automatically</a:t>
            </a:r>
            <a:r>
              <a:rPr lang="de-DE" sz="2400" dirty="0"/>
              <a:t> </a:t>
            </a:r>
            <a:r>
              <a:rPr lang="de-DE" sz="2400" dirty="0" err="1"/>
              <a:t>detects</a:t>
            </a:r>
            <a:r>
              <a:rPr lang="de-DE" sz="2400" dirty="0"/>
              <a:t> and </a:t>
            </a:r>
            <a:r>
              <a:rPr lang="de-DE" sz="2400" dirty="0" err="1"/>
              <a:t>visualizes</a:t>
            </a:r>
            <a:r>
              <a:rPr lang="de-DE" sz="2400" dirty="0"/>
              <a:t> </a:t>
            </a:r>
            <a:r>
              <a:rPr lang="de-DE" sz="2400" dirty="0" err="1"/>
              <a:t>events</a:t>
            </a:r>
            <a:r>
              <a:rPr lang="de-DE" sz="2400" dirty="0"/>
              <a:t> in a live </a:t>
            </a:r>
            <a:r>
              <a:rPr lang="de-DE" sz="2400" dirty="0" err="1"/>
              <a:t>camera</a:t>
            </a:r>
            <a:r>
              <a:rPr lang="de-DE" sz="2400" dirty="0"/>
              <a:t> stream.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r>
              <a:rPr lang="de-DE" sz="2400" dirty="0"/>
              <a:t>:</a:t>
            </a:r>
          </a:p>
          <a:p>
            <a:pPr lvl="0"/>
            <a:r>
              <a:rPr lang="de-DE" sz="2400" dirty="0"/>
              <a:t>Capture a </a:t>
            </a:r>
            <a:r>
              <a:rPr lang="de-DE" sz="2400" dirty="0" err="1"/>
              <a:t>suitable</a:t>
            </a:r>
            <a:r>
              <a:rPr lang="de-DE" sz="2400" dirty="0"/>
              <a:t> </a:t>
            </a:r>
            <a:r>
              <a:rPr lang="de-DE" sz="2400" dirty="0" err="1"/>
              <a:t>reference</a:t>
            </a:r>
            <a:r>
              <a:rPr lang="de-DE" sz="2400" dirty="0"/>
              <a:t> </a:t>
            </a:r>
            <a:r>
              <a:rPr lang="de-DE" sz="2400" dirty="0" err="1"/>
              <a:t>image</a:t>
            </a:r>
            <a:r>
              <a:rPr lang="de-DE" sz="2400" dirty="0"/>
              <a:t> </a:t>
            </a:r>
            <a:r>
              <a:rPr lang="de-DE" sz="2400" dirty="0" err="1"/>
              <a:t>under</a:t>
            </a:r>
            <a:r>
              <a:rPr lang="de-DE" sz="2400" dirty="0"/>
              <a:t> </a:t>
            </a:r>
            <a:r>
              <a:rPr lang="de-DE" sz="2400" dirty="0" err="1"/>
              <a:t>stable</a:t>
            </a:r>
            <a:r>
              <a:rPr lang="de-DE" sz="2400" dirty="0"/>
              <a:t> </a:t>
            </a:r>
            <a:r>
              <a:rPr lang="de-DE" sz="2400" dirty="0" err="1"/>
              <a:t>lighting</a:t>
            </a:r>
            <a:r>
              <a:rPr lang="de-DE" sz="2400" dirty="0"/>
              <a:t> </a:t>
            </a:r>
            <a:r>
              <a:rPr lang="de-DE" sz="2400" dirty="0" err="1"/>
              <a:t>conditions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Continuously</a:t>
            </a:r>
            <a:r>
              <a:rPr lang="de-DE" sz="2400" dirty="0"/>
              <a:t> </a:t>
            </a:r>
            <a:r>
              <a:rPr lang="de-DE" sz="2400" dirty="0" err="1"/>
              <a:t>analyze</a:t>
            </a:r>
            <a:r>
              <a:rPr lang="de-DE" sz="2400" dirty="0"/>
              <a:t> the live </a:t>
            </a:r>
            <a:r>
              <a:rPr lang="de-DE" sz="2400" dirty="0" err="1"/>
              <a:t>camera</a:t>
            </a:r>
            <a:r>
              <a:rPr lang="de-DE" sz="2400" dirty="0"/>
              <a:t> stream for relevant </a:t>
            </a:r>
            <a:r>
              <a:rPr lang="de-DE" sz="2400" dirty="0" err="1"/>
              <a:t>changes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Develop</a:t>
            </a:r>
            <a:r>
              <a:rPr lang="de-DE" sz="2400" dirty="0"/>
              <a:t> </a:t>
            </a:r>
            <a:r>
              <a:rPr lang="de-DE" sz="2400" dirty="0" err="1"/>
              <a:t>your</a:t>
            </a:r>
            <a:r>
              <a:rPr lang="de-DE" sz="2400" dirty="0"/>
              <a:t> own </a:t>
            </a:r>
            <a:r>
              <a:rPr lang="de-DE" sz="2400" dirty="0" err="1"/>
              <a:t>approach</a:t>
            </a:r>
            <a:r>
              <a:rPr lang="de-DE" sz="2400" dirty="0"/>
              <a:t> to </a:t>
            </a:r>
            <a:r>
              <a:rPr lang="de-DE" sz="2400" dirty="0" err="1"/>
              <a:t>distinguish</a:t>
            </a:r>
            <a:r>
              <a:rPr lang="de-DE" sz="2400" dirty="0"/>
              <a:t> </a:t>
            </a:r>
            <a:r>
              <a:rPr lang="de-DE" sz="2400" dirty="0" err="1"/>
              <a:t>actual</a:t>
            </a:r>
            <a:r>
              <a:rPr lang="de-DE" sz="2400" dirty="0"/>
              <a:t> </a:t>
            </a:r>
            <a:r>
              <a:rPr lang="de-DE" sz="2400" dirty="0" err="1"/>
              <a:t>events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irrelevant </a:t>
            </a:r>
            <a:r>
              <a:rPr lang="de-DE" sz="2400" dirty="0" err="1"/>
              <a:t>image</a:t>
            </a:r>
            <a:r>
              <a:rPr lang="de-DE" sz="2400" dirty="0"/>
              <a:t> </a:t>
            </a:r>
            <a:r>
              <a:rPr lang="de-DE" sz="2400" dirty="0" err="1"/>
              <a:t>variations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Automatically</a:t>
            </a:r>
            <a:r>
              <a:rPr lang="de-DE" sz="2400" dirty="0"/>
              <a:t> </a:t>
            </a:r>
            <a:r>
              <a:rPr lang="de-DE" sz="2400" dirty="0" err="1"/>
              <a:t>determine</a:t>
            </a:r>
            <a:r>
              <a:rPr lang="de-DE" sz="2400" dirty="0"/>
              <a:t> </a:t>
            </a:r>
            <a:r>
              <a:rPr lang="de-DE" sz="2400" dirty="0" err="1"/>
              <a:t>when</a:t>
            </a:r>
            <a:r>
              <a:rPr lang="de-DE" sz="2400" dirty="0"/>
              <a:t> an </a:t>
            </a:r>
            <a:r>
              <a:rPr lang="de-DE" sz="2400" dirty="0" err="1"/>
              <a:t>event</a:t>
            </a:r>
            <a:r>
              <a:rPr lang="de-DE" sz="2400" dirty="0"/>
              <a:t> </a:t>
            </a:r>
            <a:r>
              <a:rPr lang="de-DE" sz="2400" dirty="0" err="1"/>
              <a:t>has</a:t>
            </a:r>
            <a:r>
              <a:rPr lang="de-DE" sz="2400" dirty="0"/>
              <a:t> </a:t>
            </a:r>
            <a:r>
              <a:rPr lang="de-DE" sz="2400" dirty="0" err="1"/>
              <a:t>occurred</a:t>
            </a:r>
            <a:r>
              <a:rPr lang="de-DE" sz="2400" dirty="0"/>
              <a:t>.</a:t>
            </a:r>
          </a:p>
          <a:p>
            <a:pPr lvl="0"/>
            <a:r>
              <a:rPr lang="de-DE" sz="2400" dirty="0"/>
              <a:t>Isolate and </a:t>
            </a:r>
            <a:r>
              <a:rPr lang="de-DE" sz="2400" dirty="0" err="1"/>
              <a:t>visualize</a:t>
            </a:r>
            <a:r>
              <a:rPr lang="de-DE" sz="2400" dirty="0"/>
              <a:t> the </a:t>
            </a:r>
            <a:r>
              <a:rPr lang="de-DE" sz="2400" dirty="0" err="1"/>
              <a:t>detected</a:t>
            </a:r>
            <a:r>
              <a:rPr lang="de-DE" sz="2400" dirty="0"/>
              <a:t> </a:t>
            </a:r>
            <a:r>
              <a:rPr lang="de-DE" sz="2400" dirty="0" err="1"/>
              <a:t>event</a:t>
            </a:r>
            <a:r>
              <a:rPr lang="de-DE" sz="2400" dirty="0"/>
              <a:t> in the </a:t>
            </a:r>
            <a:r>
              <a:rPr lang="de-DE" sz="2400" dirty="0" err="1"/>
              <a:t>image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Evaluate</a:t>
            </a:r>
            <a:r>
              <a:rPr lang="de-DE" sz="2400" dirty="0"/>
              <a:t> and </a:t>
            </a:r>
            <a:r>
              <a:rPr lang="de-DE" sz="2400" dirty="0" err="1"/>
              <a:t>optimize</a:t>
            </a:r>
            <a:r>
              <a:rPr lang="de-DE" sz="2400" dirty="0"/>
              <a:t>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approach</a:t>
            </a:r>
            <a:r>
              <a:rPr lang="de-DE" sz="2400" dirty="0"/>
              <a:t> for reliable </a:t>
            </a:r>
            <a:r>
              <a:rPr lang="de-DE" sz="2400" dirty="0" err="1"/>
              <a:t>event</a:t>
            </a:r>
            <a:r>
              <a:rPr lang="de-DE" sz="2400" dirty="0"/>
              <a:t> </a:t>
            </a:r>
            <a:r>
              <a:rPr lang="de-DE" sz="2400" dirty="0" err="1"/>
              <a:t>detection</a:t>
            </a:r>
            <a:r>
              <a:rPr lang="de-D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3F619-7B42-B503-B398-BCEF9582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4: Gear Wheel </a:t>
            </a:r>
            <a:r>
              <a:rPr lang="de-DE" dirty="0" err="1"/>
              <a:t>Inspection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52156E-42C7-F95A-0305-C2E1ACE11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140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Goal: </a:t>
            </a:r>
            <a:r>
              <a:rPr lang="de-DE" sz="2400" dirty="0" err="1"/>
              <a:t>Develop</a:t>
            </a:r>
            <a:r>
              <a:rPr lang="de-DE" sz="2400" dirty="0"/>
              <a:t> a Python-</a:t>
            </a:r>
            <a:r>
              <a:rPr lang="de-DE" sz="2400" dirty="0" err="1"/>
              <a:t>based</a:t>
            </a:r>
            <a:r>
              <a:rPr lang="de-DE" sz="2400" dirty="0"/>
              <a:t> </a:t>
            </a:r>
            <a:r>
              <a:rPr lang="de-DE" sz="2400" dirty="0" err="1"/>
              <a:t>computer</a:t>
            </a:r>
            <a:r>
              <a:rPr lang="de-DE" sz="2400" dirty="0"/>
              <a:t> </a:t>
            </a:r>
            <a:r>
              <a:rPr lang="de-DE" sz="2400" dirty="0" err="1"/>
              <a:t>vision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automatically</a:t>
            </a:r>
            <a:r>
              <a:rPr lang="de-DE" sz="2400" dirty="0"/>
              <a:t> </a:t>
            </a:r>
            <a:r>
              <a:rPr lang="de-DE" sz="2400" dirty="0" err="1"/>
              <a:t>inspects</a:t>
            </a:r>
            <a:r>
              <a:rPr lang="de-DE" sz="2400" dirty="0"/>
              <a:t> </a:t>
            </a:r>
            <a:r>
              <a:rPr lang="de-DE" sz="2400" dirty="0" err="1"/>
              <a:t>gear</a:t>
            </a:r>
            <a:r>
              <a:rPr lang="de-DE" sz="2400" dirty="0"/>
              <a:t> </a:t>
            </a:r>
            <a:r>
              <a:rPr lang="de-DE" sz="2400" dirty="0" err="1"/>
              <a:t>wheels</a:t>
            </a:r>
            <a:r>
              <a:rPr lang="de-DE" sz="2400" dirty="0"/>
              <a:t> for </a:t>
            </a:r>
            <a:r>
              <a:rPr lang="de-DE" sz="2400" dirty="0" err="1"/>
              <a:t>manufacturing</a:t>
            </a:r>
            <a:r>
              <a:rPr lang="de-DE" sz="2400" dirty="0"/>
              <a:t> </a:t>
            </a:r>
            <a:r>
              <a:rPr lang="de-DE" sz="2400" dirty="0" err="1"/>
              <a:t>defects</a:t>
            </a:r>
            <a:r>
              <a:rPr lang="de-DE" sz="2400" dirty="0"/>
              <a:t> and </a:t>
            </a:r>
            <a:r>
              <a:rPr lang="de-DE" sz="2400" dirty="0" err="1"/>
              <a:t>classifies</a:t>
            </a:r>
            <a:r>
              <a:rPr lang="de-DE" sz="2400" dirty="0"/>
              <a:t> </a:t>
            </a:r>
            <a:r>
              <a:rPr lang="de-DE" sz="2400" dirty="0" err="1"/>
              <a:t>specific</a:t>
            </a:r>
            <a:r>
              <a:rPr lang="de-DE" sz="2400" dirty="0"/>
              <a:t> </a:t>
            </a:r>
            <a:r>
              <a:rPr lang="de-DE" sz="2400" dirty="0" err="1"/>
              <a:t>error</a:t>
            </a:r>
            <a:r>
              <a:rPr lang="de-DE" sz="2400" dirty="0"/>
              <a:t> </a:t>
            </a:r>
            <a:r>
              <a:rPr lang="de-DE" sz="2400" dirty="0" err="1"/>
              <a:t>types</a:t>
            </a:r>
            <a:r>
              <a:rPr lang="de-DE" sz="2400" dirty="0"/>
              <a:t>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r>
              <a:rPr lang="de-DE" sz="2400" dirty="0"/>
              <a:t>:</a:t>
            </a:r>
          </a:p>
          <a:p>
            <a:pPr lvl="0"/>
            <a:r>
              <a:rPr lang="de-DE" sz="2400" dirty="0"/>
              <a:t>Capture </a:t>
            </a:r>
            <a:r>
              <a:rPr lang="de-DE" sz="2400" dirty="0" err="1"/>
              <a:t>suitable</a:t>
            </a:r>
            <a:r>
              <a:rPr lang="de-DE" sz="2400" dirty="0"/>
              <a:t> </a:t>
            </a:r>
            <a:r>
              <a:rPr lang="de-DE" sz="2400" dirty="0" err="1"/>
              <a:t>images</a:t>
            </a:r>
            <a:r>
              <a:rPr lang="de-DE" sz="2400" dirty="0"/>
              <a:t> of </a:t>
            </a:r>
            <a:r>
              <a:rPr lang="de-DE" sz="2400" dirty="0" err="1"/>
              <a:t>reference</a:t>
            </a:r>
            <a:r>
              <a:rPr lang="de-DE" sz="2400" dirty="0"/>
              <a:t> </a:t>
            </a:r>
            <a:r>
              <a:rPr lang="de-DE" sz="2400" dirty="0" err="1"/>
              <a:t>gear</a:t>
            </a:r>
            <a:r>
              <a:rPr lang="de-DE" sz="2400" dirty="0"/>
              <a:t> </a:t>
            </a:r>
            <a:r>
              <a:rPr lang="de-DE" sz="2400" dirty="0" err="1"/>
              <a:t>wheels</a:t>
            </a:r>
            <a:r>
              <a:rPr lang="de-DE" sz="2400" dirty="0"/>
              <a:t> and </a:t>
            </a:r>
            <a:r>
              <a:rPr lang="de-DE" sz="2400" dirty="0" err="1"/>
              <a:t>defective</a:t>
            </a:r>
            <a:r>
              <a:rPr lang="de-DE" sz="2400" dirty="0"/>
              <a:t> </a:t>
            </a:r>
            <a:r>
              <a:rPr lang="de-DE" sz="2400" dirty="0" err="1"/>
              <a:t>samples</a:t>
            </a:r>
            <a:r>
              <a:rPr lang="de-DE" sz="2400" dirty="0"/>
              <a:t> </a:t>
            </a:r>
            <a:r>
              <a:rPr lang="de-DE" sz="2400" dirty="0" err="1"/>
              <a:t>under</a:t>
            </a:r>
            <a:r>
              <a:rPr lang="de-DE" sz="2400" dirty="0"/>
              <a:t> </a:t>
            </a:r>
            <a:r>
              <a:rPr lang="de-DE" sz="2400" dirty="0" err="1"/>
              <a:t>controlled</a:t>
            </a:r>
            <a:r>
              <a:rPr lang="de-DE" sz="2400" dirty="0"/>
              <a:t> </a:t>
            </a:r>
            <a:r>
              <a:rPr lang="de-DE" sz="2400" dirty="0" err="1"/>
              <a:t>lighting</a:t>
            </a:r>
            <a:r>
              <a:rPr lang="de-DE" sz="2400" dirty="0"/>
              <a:t>.</a:t>
            </a:r>
          </a:p>
          <a:p>
            <a:pPr lvl="0"/>
            <a:r>
              <a:rPr lang="de-DE" sz="2400" dirty="0"/>
              <a:t>Implement </a:t>
            </a:r>
            <a:r>
              <a:rPr lang="de-DE" sz="2400" dirty="0" err="1"/>
              <a:t>algorithms</a:t>
            </a:r>
            <a:r>
              <a:rPr lang="de-DE" sz="2400" dirty="0"/>
              <a:t> to </a:t>
            </a:r>
            <a:r>
              <a:rPr lang="de-DE" sz="2400" dirty="0" err="1"/>
              <a:t>detect</a:t>
            </a:r>
            <a:r>
              <a:rPr lang="de-DE" sz="2400" dirty="0"/>
              <a:t> and </a:t>
            </a:r>
            <a:r>
              <a:rPr lang="de-DE" sz="2400" dirty="0" err="1"/>
              <a:t>count</a:t>
            </a:r>
            <a:r>
              <a:rPr lang="de-DE" sz="2400" dirty="0"/>
              <a:t> individual </a:t>
            </a:r>
            <a:r>
              <a:rPr lang="de-DE" sz="2400" dirty="0" err="1"/>
              <a:t>gear</a:t>
            </a:r>
            <a:r>
              <a:rPr lang="de-DE" sz="2400" dirty="0"/>
              <a:t> </a:t>
            </a:r>
            <a:r>
              <a:rPr lang="de-DE" sz="2400" dirty="0" err="1"/>
              <a:t>teeth</a:t>
            </a:r>
            <a:r>
              <a:rPr lang="de-DE" sz="2400" dirty="0"/>
              <a:t> </a:t>
            </a:r>
            <a:r>
              <a:rPr lang="de-DE" sz="2400" dirty="0" err="1"/>
              <a:t>accurately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Identify</a:t>
            </a:r>
            <a:r>
              <a:rPr lang="de-DE" sz="2400" dirty="0"/>
              <a:t> and </a:t>
            </a:r>
            <a:r>
              <a:rPr lang="de-DE" sz="2400" dirty="0" err="1"/>
              <a:t>classify</a:t>
            </a:r>
            <a:r>
              <a:rPr lang="de-DE" sz="2400" dirty="0"/>
              <a:t> </a:t>
            </a:r>
            <a:r>
              <a:rPr lang="de-DE" sz="2400" dirty="0" err="1"/>
              <a:t>defects</a:t>
            </a:r>
            <a:r>
              <a:rPr lang="de-DE" sz="2400" dirty="0"/>
              <a:t> </a:t>
            </a:r>
            <a:r>
              <a:rPr lang="de-DE" sz="2400" dirty="0" err="1"/>
              <a:t>including</a:t>
            </a:r>
            <a:r>
              <a:rPr lang="de-DE" sz="2400" dirty="0"/>
              <a:t> </a:t>
            </a:r>
            <a:r>
              <a:rPr lang="de-DE" sz="2400" dirty="0" err="1"/>
              <a:t>missing</a:t>
            </a:r>
            <a:r>
              <a:rPr lang="de-DE" sz="2400" dirty="0"/>
              <a:t>, </a:t>
            </a:r>
            <a:r>
              <a:rPr lang="de-DE" sz="2400" dirty="0" err="1"/>
              <a:t>undersized</a:t>
            </a:r>
            <a:r>
              <a:rPr lang="de-DE" sz="2400" dirty="0"/>
              <a:t>, oversized, and </a:t>
            </a:r>
            <a:r>
              <a:rPr lang="de-DE" sz="2400" dirty="0" err="1"/>
              <a:t>fused</a:t>
            </a:r>
            <a:r>
              <a:rPr lang="de-DE" sz="2400" dirty="0"/>
              <a:t> </a:t>
            </a:r>
            <a:r>
              <a:rPr lang="de-DE" sz="2400" dirty="0" err="1"/>
              <a:t>teeth</a:t>
            </a:r>
            <a:r>
              <a:rPr lang="de-DE" sz="2400" dirty="0"/>
              <a:t>.</a:t>
            </a:r>
          </a:p>
          <a:p>
            <a:pPr lvl="0"/>
            <a:r>
              <a:rPr lang="de-DE" sz="2400" dirty="0" err="1"/>
              <a:t>Evaluate</a:t>
            </a:r>
            <a:r>
              <a:rPr lang="de-DE" sz="2400" dirty="0"/>
              <a:t> the </a:t>
            </a:r>
            <a:r>
              <a:rPr lang="de-DE" sz="2400" dirty="0" err="1"/>
              <a:t>accuracy</a:t>
            </a:r>
            <a:r>
              <a:rPr lang="de-DE" sz="2400" dirty="0"/>
              <a:t> and </a:t>
            </a:r>
            <a:r>
              <a:rPr lang="de-DE" sz="2400" dirty="0" err="1"/>
              <a:t>false-detection</a:t>
            </a:r>
            <a:r>
              <a:rPr lang="de-DE" sz="2400" dirty="0"/>
              <a:t> rate of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automated</a:t>
            </a:r>
            <a:r>
              <a:rPr lang="de-DE" sz="2400" dirty="0"/>
              <a:t> </a:t>
            </a:r>
            <a:r>
              <a:rPr lang="de-DE" sz="2400" dirty="0" err="1"/>
              <a:t>inspection</a:t>
            </a:r>
            <a:r>
              <a:rPr lang="de-DE" sz="2400" dirty="0"/>
              <a:t> </a:t>
            </a:r>
            <a:r>
              <a:rPr lang="de-DE" sz="2400" dirty="0" err="1"/>
              <a:t>approach</a:t>
            </a:r>
            <a:r>
              <a:rPr lang="de-D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414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Macintosh PowerPoint</Application>
  <PresentationFormat>Breitbild</PresentationFormat>
  <Paragraphs>37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Image Processing Lab Projects</vt:lpstr>
      <vt:lpstr>Project 1: Coin Detection &amp; Classification</vt:lpstr>
      <vt:lpstr>Project 2: SMD Capacitor Detection</vt:lpstr>
      <vt:lpstr>Project 3: Event Detection</vt:lpstr>
      <vt:lpstr>Project 4: Gear Wheel Inspection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8</cp:revision>
  <dcterms:created xsi:type="dcterms:W3CDTF">2026-10-05T12:29:03Z</dcterms:created>
  <dcterms:modified xsi:type="dcterms:W3CDTF">2026-10-06T10:00:50Z</dcterms:modified>
</cp:coreProperties>
</file>