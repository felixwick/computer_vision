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81" r:id="rId3"/>
    <p:sldId id="269" r:id="rId4"/>
    <p:sldId id="270" r:id="rId5"/>
    <p:sldId id="272" r:id="rId6"/>
    <p:sldId id="257" r:id="rId7"/>
    <p:sldId id="271" r:id="rId8"/>
    <p:sldId id="274" r:id="rId9"/>
    <p:sldId id="275" r:id="rId10"/>
    <p:sldId id="273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6"/>
    <p:restoredTop sz="94588"/>
  </p:normalViewPr>
  <p:slideViewPr>
    <p:cSldViewPr snapToGrid="0">
      <p:cViewPr varScale="1">
        <p:scale>
          <a:sx n="135" d="100"/>
          <a:sy n="135" d="100"/>
        </p:scale>
        <p:origin x="14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6B469-E9B6-BA66-637C-DBF07D18F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F88174-64B9-52EC-B0F0-59CA73466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E91D27-2574-1ED9-713D-14BA005C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055269-3F28-6082-E9C4-32148C4C9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63925F-B140-6B07-58B7-83C0751F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5875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7A3AF-4C88-C94D-0F56-93A7A22B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009DCC-E72F-3E14-0AD6-FB61CF2E5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D471A0-E3EC-0EA1-D248-A27B217D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83B1F-D8A6-5533-78B0-3D3E407A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CC09BF-57BB-F029-6988-7E431AA8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43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A749A-825C-CCAB-3D12-6E10F76F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D6B0A2-4BE7-A50E-78FF-84A091DB0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8B0D73-2F81-1DE9-0EC3-DEBCFECC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F56B06-858F-0B64-F1B5-D669C251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C4EFC4-1A14-5BA2-29E7-E553D485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86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003A22-E31B-DDA6-789F-F20298BC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34B98B-B7B3-954D-4AE0-53C97B629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C1BC26-2A76-2A04-06F5-CA4544BE0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4AF58E-8418-362C-23CA-C5783DDC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C44E8B-53B0-DB60-3A00-DFD254141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10CE9F-3EBC-091D-D0DB-AC5A5657E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24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C9533-9190-43E8-579B-E61711D8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49CA99-D40F-C23B-2D46-5CD11E809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93C807-E721-F525-D940-E08816B29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5C85826-DAE2-75CE-B05F-623FC828B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18E456-1AB9-BB35-A175-A03ADB616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984CB1-A56A-2650-A3FF-22237ACA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05B0C42-5F33-1751-6CFE-224FB68E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61F26B-9EE9-C5FA-A684-2757FB1D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653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5D5E4-7033-651A-07D6-6A6C031C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81E4B9-0961-2B78-E707-6FA78324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4018FF-04FE-2C39-6483-41EBB639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7C2C7E-E196-356B-443C-0D8C0EA9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41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886CB6-2F5F-0D58-9EF1-DCC67197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493094-1F0F-049A-4A8A-623BAD6E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7DB7A2-F5FF-CE09-E081-D11304B8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58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ACAA7-4079-4412-9B1E-F96D7A3D5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8D9BA1-8AB9-479F-17EF-7EC6109B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55EF74-0E00-F3E3-1D52-EA8553E65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F8AFD-A5D9-59B4-D7C1-6374EB5A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1E5DB1-77FF-0EB3-18AB-806F952B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7DAF61-C8CE-43B0-5A42-8CFBF33C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20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E06E0-39BD-C45F-EA35-6552B499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79B8A6-3E55-43C3-5153-0BFC5CC3B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F1CE34-8CF1-A20C-C0A0-6A8CB2AEB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BFABDC-4684-54F2-34CE-5D6235F9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5F97D6-C88E-26A2-6357-076900D9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15D75B-CD81-3357-E476-0323CDF8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43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4318C-4A01-31D1-3C8D-7EDE57347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D1C1EE-8F15-0B9C-83E1-8B7566311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EF4E95-982E-CDBC-B9F3-FA70D51D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78C5DB-3413-DD7B-0B53-EA2DFAC9E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84385D-A1F0-2388-E9FF-60B57644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253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186ADC9-A9F7-E65A-F97E-A12684D5D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950E40-DBFD-5F33-E98C-5B5E4031F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039E2E-8376-CC50-1052-711C35B9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1211DC-B269-52BB-47D8-C3DEFFD58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864112-2533-6D36-9872-ECD21835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89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D10C14-73C4-845B-1069-0D834890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AB61B3-954E-2DA4-FE65-970A1E2B5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5DD51-F001-CA0D-7F67-4687AD657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50150-EF30-9C4C-AE3D-730A155EC207}" type="datetimeFigureOut">
              <a:rPr lang="de-DE" smtClean="0"/>
              <a:t>03.10.26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C7ACB2-F1BE-DBF2-D37B-4E07B2185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40624C-773A-AC51-4D6D-C5F0262C4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C6A74-2898-3B4A-A65A-3E4C06826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88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javidtheimmortal/hpatches-sequence-releas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onfirm/google-landmark-dataset-v2-micr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dogs-vs-cat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uneet6060/intel-image-classifica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image-classification-real-or-ai-generated-phot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leaf-classifica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11785-hw2p2-face-recogni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a0-2025-medical-image-segmenta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cars-object-detectio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a0-2025-object-dete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66E1B-DB55-F84A-0B5F-D9D28C710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D02B4E-C6EA-17D8-9463-FB81260E3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sz="4000" dirty="0"/>
              <a:t>Image Registration </a:t>
            </a:r>
            <a:r>
              <a:rPr lang="de-DE" sz="4000" dirty="0" err="1"/>
              <a:t>using</a:t>
            </a:r>
            <a:r>
              <a:rPr lang="de-DE" sz="4000" dirty="0"/>
              <a:t> the </a:t>
            </a:r>
            <a:r>
              <a:rPr lang="de-DE" sz="4000" dirty="0">
                <a:hlinkClick r:id="rId2"/>
              </a:rPr>
              <a:t>HPatches dataset</a:t>
            </a:r>
            <a:endParaRPr lang="de-DE" sz="4000" dirty="0"/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/>
              <a:t>Use </a:t>
            </a:r>
            <a:r>
              <a:rPr lang="de-DE" sz="2600" dirty="0" err="1"/>
              <a:t>only</a:t>
            </a:r>
            <a:r>
              <a:rPr lang="de-DE" sz="2600" dirty="0"/>
              <a:t> the </a:t>
            </a:r>
            <a:r>
              <a:rPr lang="de-DE" sz="2600" dirty="0" err="1"/>
              <a:t>viewpoint</a:t>
            </a:r>
            <a:r>
              <a:rPr lang="de-DE" sz="2600" dirty="0"/>
              <a:t> </a:t>
            </a:r>
            <a:r>
              <a:rPr lang="de-DE" sz="2600" dirty="0" err="1"/>
              <a:t>sequences</a:t>
            </a:r>
            <a:r>
              <a:rPr lang="de-DE" sz="2600" dirty="0"/>
              <a:t> (v_*).</a:t>
            </a:r>
          </a:p>
          <a:p>
            <a:r>
              <a:rPr lang="de-DE" sz="2600" dirty="0" err="1"/>
              <a:t>Each</a:t>
            </a:r>
            <a:r>
              <a:rPr lang="de-DE" sz="2600" dirty="0"/>
              <a:t> </a:t>
            </a:r>
            <a:r>
              <a:rPr lang="de-DE" sz="2600" dirty="0" err="1"/>
              <a:t>sequence</a:t>
            </a:r>
            <a:r>
              <a:rPr lang="de-DE" sz="2600" dirty="0"/>
              <a:t> </a:t>
            </a:r>
            <a:r>
              <a:rPr lang="de-DE" sz="2600" dirty="0" err="1"/>
              <a:t>folder</a:t>
            </a:r>
            <a:r>
              <a:rPr lang="de-DE" sz="2600" dirty="0"/>
              <a:t> </a:t>
            </a:r>
            <a:r>
              <a:rPr lang="de-DE" sz="2600" dirty="0" err="1"/>
              <a:t>contains</a:t>
            </a:r>
            <a:r>
              <a:rPr lang="de-DE" sz="2600" dirty="0"/>
              <a:t> a </a:t>
            </a:r>
            <a:r>
              <a:rPr lang="de-DE" sz="2600" dirty="0" err="1"/>
              <a:t>reference</a:t>
            </a:r>
            <a:r>
              <a:rPr lang="de-DE" sz="2600" dirty="0"/>
              <a:t> </a:t>
            </a:r>
            <a:r>
              <a:rPr lang="de-DE" sz="2600" dirty="0" err="1"/>
              <a:t>image</a:t>
            </a:r>
            <a:r>
              <a:rPr lang="de-DE" sz="2600" dirty="0"/>
              <a:t> (1.ppm) and 5 </a:t>
            </a:r>
            <a:r>
              <a:rPr lang="de-DE" sz="2600" dirty="0" err="1"/>
              <a:t>target</a:t>
            </a:r>
            <a:r>
              <a:rPr lang="de-DE" sz="2600" dirty="0"/>
              <a:t> </a:t>
            </a:r>
            <a:r>
              <a:rPr lang="de-DE" sz="2600" dirty="0" err="1"/>
              <a:t>images</a:t>
            </a:r>
            <a:r>
              <a:rPr lang="de-DE" sz="2600" dirty="0"/>
              <a:t> (2.ppm to 6.ppm) </a:t>
            </a:r>
            <a:r>
              <a:rPr lang="de-DE" sz="2600" dirty="0" err="1"/>
              <a:t>captured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</a:t>
            </a:r>
            <a:r>
              <a:rPr lang="de-DE" sz="2600" dirty="0" err="1"/>
              <a:t>increasingly</a:t>
            </a:r>
            <a:r>
              <a:rPr lang="de-DE" sz="2600" dirty="0"/>
              <a:t> extreme </a:t>
            </a:r>
            <a:r>
              <a:rPr lang="de-DE" sz="2600" dirty="0" err="1"/>
              <a:t>viewing</a:t>
            </a:r>
            <a:r>
              <a:rPr lang="de-DE" sz="2600" dirty="0"/>
              <a:t> </a:t>
            </a:r>
            <a:r>
              <a:rPr lang="de-DE" sz="2600" dirty="0" err="1"/>
              <a:t>angles</a:t>
            </a:r>
            <a:r>
              <a:rPr lang="de-DE" sz="2600" dirty="0"/>
              <a:t>.</a:t>
            </a:r>
          </a:p>
          <a:p>
            <a:r>
              <a:rPr lang="de-DE" sz="2600" dirty="0"/>
              <a:t>Tasks per </a:t>
            </a:r>
            <a:r>
              <a:rPr lang="de-DE" sz="2600" dirty="0" err="1"/>
              <a:t>Sequence</a:t>
            </a:r>
            <a:r>
              <a:rPr lang="de-DE" sz="2600" dirty="0"/>
              <a:t>:</a:t>
            </a:r>
          </a:p>
          <a:p>
            <a:pPr lvl="1"/>
            <a:r>
              <a:rPr lang="de-DE" sz="2600" dirty="0" err="1"/>
              <a:t>Estimate</a:t>
            </a:r>
            <a:r>
              <a:rPr lang="de-DE" sz="2600" dirty="0"/>
              <a:t> the </a:t>
            </a:r>
            <a:r>
              <a:rPr lang="de-DE" sz="2600" dirty="0" err="1"/>
              <a:t>homography</a:t>
            </a:r>
            <a:r>
              <a:rPr lang="de-DE" sz="2600" dirty="0"/>
              <a:t> </a:t>
            </a:r>
            <a:r>
              <a:rPr lang="de-DE" sz="2600" dirty="0" err="1"/>
              <a:t>matrix</a:t>
            </a:r>
            <a:r>
              <a:rPr lang="de-DE" sz="2600" dirty="0"/>
              <a:t> </a:t>
            </a:r>
            <a:r>
              <a:rPr lang="de-DE" sz="2600" dirty="0" err="1"/>
              <a:t>between</a:t>
            </a:r>
            <a:r>
              <a:rPr lang="de-DE" sz="2600" dirty="0"/>
              <a:t> the </a:t>
            </a:r>
            <a:r>
              <a:rPr lang="de-DE" sz="2600" dirty="0" err="1"/>
              <a:t>reference</a:t>
            </a:r>
            <a:r>
              <a:rPr lang="de-DE" sz="2600" dirty="0"/>
              <a:t> </a:t>
            </a:r>
            <a:r>
              <a:rPr lang="de-DE" sz="2600" dirty="0" err="1"/>
              <a:t>image</a:t>
            </a:r>
            <a:r>
              <a:rPr lang="de-DE" sz="2600" dirty="0"/>
              <a:t> and </a:t>
            </a:r>
            <a:r>
              <a:rPr lang="de-DE" sz="2600" dirty="0" err="1"/>
              <a:t>each</a:t>
            </a:r>
            <a:r>
              <a:rPr lang="de-DE" sz="2600" dirty="0"/>
              <a:t> of the 5 </a:t>
            </a:r>
            <a:r>
              <a:rPr lang="de-DE" sz="2600" dirty="0" err="1"/>
              <a:t>target</a:t>
            </a:r>
            <a:r>
              <a:rPr lang="de-DE" sz="2600" dirty="0"/>
              <a:t> </a:t>
            </a:r>
            <a:r>
              <a:rPr lang="de-DE" sz="2600" dirty="0" err="1"/>
              <a:t>images</a:t>
            </a:r>
            <a:r>
              <a:rPr lang="de-DE" sz="2600" dirty="0"/>
              <a:t>.</a:t>
            </a:r>
          </a:p>
          <a:p>
            <a:pPr lvl="1"/>
            <a:r>
              <a:rPr lang="de-DE" sz="2600" dirty="0" err="1"/>
              <a:t>Compare</a:t>
            </a:r>
            <a:r>
              <a:rPr lang="de-DE" sz="2600" dirty="0"/>
              <a:t> </a:t>
            </a:r>
            <a:r>
              <a:rPr lang="de-DE" sz="2600" dirty="0" err="1"/>
              <a:t>your</a:t>
            </a:r>
            <a:r>
              <a:rPr lang="de-DE" sz="2600" dirty="0"/>
              <a:t> </a:t>
            </a:r>
            <a:r>
              <a:rPr lang="de-DE" sz="2600" dirty="0" err="1"/>
              <a:t>estimated</a:t>
            </a:r>
            <a:r>
              <a:rPr lang="de-DE" sz="2600" dirty="0"/>
              <a:t> </a:t>
            </a:r>
            <a:r>
              <a:rPr lang="de-DE" sz="2600" dirty="0" err="1"/>
              <a:t>matrix</a:t>
            </a:r>
            <a:r>
              <a:rPr lang="de-DE" sz="2600" dirty="0"/>
              <a:t> </a:t>
            </a:r>
            <a:r>
              <a:rPr lang="de-DE" sz="2600" dirty="0" err="1"/>
              <a:t>against</a:t>
            </a:r>
            <a:r>
              <a:rPr lang="de-DE" sz="2600" dirty="0"/>
              <a:t> the </a:t>
            </a:r>
            <a:r>
              <a:rPr lang="de-DE" sz="2600" dirty="0" err="1"/>
              <a:t>provided</a:t>
            </a:r>
            <a:r>
              <a:rPr lang="de-DE" sz="2600" dirty="0"/>
              <a:t> </a:t>
            </a:r>
            <a:r>
              <a:rPr lang="de-DE" sz="2600" dirty="0" err="1"/>
              <a:t>ground</a:t>
            </a:r>
            <a:r>
              <a:rPr lang="de-DE" sz="2600" dirty="0"/>
              <a:t> </a:t>
            </a:r>
            <a:r>
              <a:rPr lang="de-DE" sz="2600" dirty="0" err="1"/>
              <a:t>truth</a:t>
            </a:r>
            <a:r>
              <a:rPr lang="de-DE" sz="2600" dirty="0"/>
              <a:t> (H) by </a:t>
            </a:r>
            <a:r>
              <a:rPr lang="de-DE" sz="2600" dirty="0" err="1"/>
              <a:t>calculating</a:t>
            </a:r>
            <a:r>
              <a:rPr lang="de-DE" sz="2600" dirty="0"/>
              <a:t> the Corner Error. This </a:t>
            </a:r>
            <a:r>
              <a:rPr lang="de-DE" sz="2600" dirty="0" err="1"/>
              <a:t>is</a:t>
            </a:r>
            <a:r>
              <a:rPr lang="de-DE" sz="2600" dirty="0"/>
              <a:t> </a:t>
            </a:r>
            <a:r>
              <a:rPr lang="de-DE" sz="2600" dirty="0" err="1"/>
              <a:t>defined</a:t>
            </a:r>
            <a:r>
              <a:rPr lang="de-DE" sz="2600" dirty="0"/>
              <a:t> as the RMSE in </a:t>
            </a:r>
            <a:r>
              <a:rPr lang="de-DE" sz="2600" dirty="0" err="1"/>
              <a:t>pixel</a:t>
            </a:r>
            <a:r>
              <a:rPr lang="de-DE" sz="2600" dirty="0"/>
              <a:t> </a:t>
            </a:r>
            <a:r>
              <a:rPr lang="de-DE" sz="2600" dirty="0" err="1"/>
              <a:t>distance</a:t>
            </a:r>
            <a:r>
              <a:rPr lang="de-DE" sz="2600" dirty="0"/>
              <a:t> </a:t>
            </a:r>
            <a:r>
              <a:rPr lang="de-DE" sz="2600" dirty="0" err="1"/>
              <a:t>between</a:t>
            </a:r>
            <a:r>
              <a:rPr lang="de-DE" sz="2600" dirty="0"/>
              <a:t> the </a:t>
            </a:r>
            <a:r>
              <a:rPr lang="de-DE" sz="2600" dirty="0" err="1"/>
              <a:t>corners</a:t>
            </a:r>
            <a:r>
              <a:rPr lang="de-DE" sz="2600" dirty="0"/>
              <a:t> </a:t>
            </a:r>
            <a:r>
              <a:rPr lang="de-DE" sz="2600" dirty="0" err="1"/>
              <a:t>transformed</a:t>
            </a:r>
            <a:r>
              <a:rPr lang="de-DE" sz="2600" dirty="0"/>
              <a:t> by </a:t>
            </a:r>
            <a:r>
              <a:rPr lang="de-DE" sz="2600" dirty="0" err="1"/>
              <a:t>your</a:t>
            </a:r>
            <a:r>
              <a:rPr lang="de-DE" sz="2600" dirty="0"/>
              <a:t> </a:t>
            </a:r>
            <a:r>
              <a:rPr lang="de-DE" sz="2600" dirty="0" err="1"/>
              <a:t>estimated</a:t>
            </a:r>
            <a:r>
              <a:rPr lang="de-DE" sz="2600" dirty="0"/>
              <a:t> </a:t>
            </a:r>
            <a:r>
              <a:rPr lang="de-DE" sz="2600" dirty="0" err="1"/>
              <a:t>matrix</a:t>
            </a:r>
            <a:r>
              <a:rPr lang="de-DE" sz="2600" dirty="0"/>
              <a:t> and the </a:t>
            </a:r>
            <a:r>
              <a:rPr lang="de-DE" sz="2600" dirty="0" err="1"/>
              <a:t>ground-truth-transformed</a:t>
            </a:r>
            <a:r>
              <a:rPr lang="de-DE" sz="2600" dirty="0"/>
              <a:t> </a:t>
            </a:r>
            <a:r>
              <a:rPr lang="de-DE" sz="2600" dirty="0" err="1"/>
              <a:t>corners</a:t>
            </a:r>
            <a:r>
              <a:rPr lang="de-DE" sz="2600" dirty="0"/>
              <a:t>.</a:t>
            </a:r>
          </a:p>
          <a:p>
            <a:r>
              <a:rPr lang="de-DE" sz="2600" dirty="0"/>
              <a:t>Evaluation: </a:t>
            </a:r>
            <a:r>
              <a:rPr lang="de-DE" sz="2600" dirty="0" err="1"/>
              <a:t>Calculate</a:t>
            </a:r>
            <a:r>
              <a:rPr lang="de-DE" sz="2600" dirty="0"/>
              <a:t> and </a:t>
            </a:r>
            <a:r>
              <a:rPr lang="de-DE" sz="2600" dirty="0" err="1"/>
              <a:t>plot</a:t>
            </a:r>
            <a:r>
              <a:rPr lang="de-DE" sz="2600" dirty="0"/>
              <a:t> the </a:t>
            </a:r>
            <a:r>
              <a:rPr lang="de-DE" sz="2600" dirty="0" err="1"/>
              <a:t>average</a:t>
            </a:r>
            <a:r>
              <a:rPr lang="de-DE" sz="2600" dirty="0"/>
              <a:t> </a:t>
            </a:r>
            <a:r>
              <a:rPr lang="de-DE" sz="2600" dirty="0" err="1"/>
              <a:t>corner</a:t>
            </a:r>
            <a:r>
              <a:rPr lang="de-DE" sz="2600" dirty="0"/>
              <a:t> </a:t>
            </a:r>
            <a:r>
              <a:rPr lang="de-DE" sz="2600" dirty="0" err="1"/>
              <a:t>error</a:t>
            </a:r>
            <a:r>
              <a:rPr lang="de-DE" sz="2600" dirty="0"/>
              <a:t> </a:t>
            </a:r>
            <a:r>
              <a:rPr lang="de-DE" sz="2600" dirty="0" err="1"/>
              <a:t>across</a:t>
            </a:r>
            <a:r>
              <a:rPr lang="de-DE" sz="2600" dirty="0"/>
              <a:t> all </a:t>
            </a:r>
            <a:r>
              <a:rPr lang="de-DE" sz="2600" dirty="0" err="1"/>
              <a:t>processed</a:t>
            </a:r>
            <a:r>
              <a:rPr lang="de-DE" sz="2600" dirty="0"/>
              <a:t> </a:t>
            </a:r>
            <a:r>
              <a:rPr lang="de-DE" sz="2600" dirty="0" err="1"/>
              <a:t>sequences</a:t>
            </a:r>
            <a:r>
              <a:rPr lang="de-DE" sz="2600" dirty="0"/>
              <a:t> for </a:t>
            </a:r>
            <a:r>
              <a:rPr lang="de-DE" sz="2600" dirty="0" err="1"/>
              <a:t>each</a:t>
            </a:r>
            <a:r>
              <a:rPr lang="de-DE" sz="2600" dirty="0"/>
              <a:t> </a:t>
            </a:r>
            <a:r>
              <a:rPr lang="de-DE" sz="2600" dirty="0" err="1"/>
              <a:t>target</a:t>
            </a:r>
            <a:r>
              <a:rPr lang="de-DE" sz="2600" dirty="0"/>
              <a:t> </a:t>
            </a:r>
            <a:r>
              <a:rPr lang="de-DE" sz="2600" dirty="0" err="1"/>
              <a:t>image</a:t>
            </a:r>
            <a:r>
              <a:rPr lang="de-DE" sz="2600" dirty="0"/>
              <a:t> </a:t>
            </a:r>
            <a:r>
              <a:rPr lang="de-DE" sz="2600" dirty="0" err="1"/>
              <a:t>stage</a:t>
            </a:r>
            <a:r>
              <a:rPr lang="de-DE" sz="2600" dirty="0"/>
              <a:t> (2–6).</a:t>
            </a:r>
          </a:p>
        </p:txBody>
      </p:sp>
    </p:spTree>
    <p:extLst>
      <p:ext uri="{BB962C8B-B14F-4D97-AF65-F5344CB8AC3E}">
        <p14:creationId xmlns:p14="http://schemas.microsoft.com/office/powerpoint/2010/main" val="416768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7EDC-DE07-3ED3-1E7C-E50C131D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C4F5E-D928-F10A-950E-1A5B2D07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8B6693-01E6-B446-7512-17262A717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3600" dirty="0"/>
              <a:t>Image Retrieval </a:t>
            </a:r>
            <a:r>
              <a:rPr lang="de-DE" sz="3600" dirty="0" err="1"/>
              <a:t>using</a:t>
            </a:r>
            <a:r>
              <a:rPr lang="de-DE" sz="3600" dirty="0"/>
              <a:t> the </a:t>
            </a:r>
            <a:r>
              <a:rPr lang="de-DE" sz="3600" dirty="0">
                <a:hlinkClick r:id="rId2"/>
              </a:rPr>
              <a:t>Google Landmarks Dataset v2 Micro</a:t>
            </a:r>
            <a:endParaRPr lang="de-DE" sz="3600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3103 </a:t>
            </a:r>
            <a:r>
              <a:rPr lang="de-DE" dirty="0" err="1"/>
              <a:t>distinct</a:t>
            </a:r>
            <a:r>
              <a:rPr lang="de-DE" dirty="0"/>
              <a:t> </a:t>
            </a:r>
            <a:r>
              <a:rPr lang="de-DE" dirty="0" err="1"/>
              <a:t>landmarks</a:t>
            </a:r>
            <a:r>
              <a:rPr lang="de-DE" dirty="0"/>
              <a:t>. In gldv2_micro.csv,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find the global </a:t>
            </a:r>
            <a:r>
              <a:rPr lang="de-DE" dirty="0" err="1"/>
              <a:t>landmark</a:t>
            </a:r>
            <a:r>
              <a:rPr lang="de-DE" dirty="0"/>
              <a:t> ID 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.</a:t>
            </a:r>
          </a:p>
          <a:p>
            <a:r>
              <a:rPr lang="de-DE" dirty="0"/>
              <a:t>The </a:t>
            </a:r>
            <a:r>
              <a:rPr lang="de-DE" dirty="0" err="1"/>
              <a:t>query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found</a:t>
            </a:r>
            <a:r>
              <a:rPr lang="de-DE" dirty="0"/>
              <a:t> in </a:t>
            </a:r>
            <a:r>
              <a:rPr lang="de-DE" dirty="0" err="1"/>
              <a:t>val.csv</a:t>
            </a:r>
            <a:r>
              <a:rPr lang="de-DE" dirty="0"/>
              <a:t> (and </a:t>
            </a:r>
            <a:r>
              <a:rPr lang="de-DE" dirty="0" err="1"/>
              <a:t>train.csv</a:t>
            </a:r>
            <a:r>
              <a:rPr lang="de-DE" dirty="0"/>
              <a:t>). Note </a:t>
            </a:r>
            <a:r>
              <a:rPr lang="de-DE" dirty="0" err="1"/>
              <a:t>that</a:t>
            </a:r>
            <a:r>
              <a:rPr lang="de-DE" dirty="0"/>
              <a:t> the </a:t>
            </a:r>
            <a:r>
              <a:rPr lang="de-DE" dirty="0" err="1"/>
              <a:t>landmark_id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in </a:t>
            </a:r>
            <a:r>
              <a:rPr lang="de-DE" dirty="0" err="1"/>
              <a:t>val.csv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different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/>
              <a:t>ones</a:t>
            </a:r>
            <a:r>
              <a:rPr lang="de-DE" dirty="0"/>
              <a:t> in gldv2_micro.csv for the same </a:t>
            </a:r>
            <a:r>
              <a:rPr lang="de-DE" dirty="0" err="1"/>
              <a:t>images</a:t>
            </a:r>
            <a:r>
              <a:rPr lang="de-DE" dirty="0"/>
              <a:t>. </a:t>
            </a:r>
            <a:r>
              <a:rPr lang="de-DE" dirty="0" err="1"/>
              <a:t>Therefore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cross-reference</a:t>
            </a:r>
            <a:r>
              <a:rPr lang="de-DE" dirty="0"/>
              <a:t> and </a:t>
            </a: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accordingly</a:t>
            </a:r>
            <a:r>
              <a:rPr lang="de-DE" dirty="0"/>
              <a:t> via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unique</a:t>
            </a:r>
            <a:r>
              <a:rPr lang="de-DE" dirty="0"/>
              <a:t> </a:t>
            </a:r>
            <a:r>
              <a:rPr lang="de-DE" dirty="0" err="1"/>
              <a:t>filename</a:t>
            </a:r>
            <a:r>
              <a:rPr lang="de-DE" dirty="0"/>
              <a:t>.</a:t>
            </a:r>
          </a:p>
          <a:p>
            <a:r>
              <a:rPr lang="de-DE" dirty="0"/>
              <a:t>For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efficiency</a:t>
            </a:r>
            <a:r>
              <a:rPr lang="de-DE" dirty="0"/>
              <a:t>, </a:t>
            </a:r>
            <a:r>
              <a:rPr lang="de-DE" dirty="0" err="1"/>
              <a:t>restrict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to the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belonging</a:t>
            </a:r>
            <a:r>
              <a:rPr lang="de-DE" dirty="0"/>
              <a:t> to the </a:t>
            </a:r>
            <a:r>
              <a:rPr lang="de-DE" dirty="0" err="1"/>
              <a:t>first</a:t>
            </a:r>
            <a:r>
              <a:rPr lang="de-DE" dirty="0"/>
              <a:t> 100 </a:t>
            </a:r>
            <a:r>
              <a:rPr lang="de-DE" dirty="0" err="1"/>
              <a:t>classes</a:t>
            </a:r>
            <a:r>
              <a:rPr lang="de-DE" dirty="0"/>
              <a:t> in </a:t>
            </a:r>
            <a:r>
              <a:rPr lang="de-DE" dirty="0" err="1"/>
              <a:t>val.csv</a:t>
            </a:r>
            <a:r>
              <a:rPr lang="de-DE" dirty="0"/>
              <a:t> (</a:t>
            </a:r>
            <a:r>
              <a:rPr lang="de-DE" dirty="0" err="1"/>
              <a:t>landmark_id</a:t>
            </a:r>
            <a:r>
              <a:rPr lang="de-DE" dirty="0"/>
              <a:t> 0 to 99).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filter</a:t>
            </a:r>
            <a:r>
              <a:rPr lang="de-DE" dirty="0"/>
              <a:t> to </a:t>
            </a:r>
            <a:r>
              <a:rPr lang="de-DE" dirty="0" err="1"/>
              <a:t>both</a:t>
            </a:r>
            <a:r>
              <a:rPr lang="de-DE" dirty="0"/>
              <a:t> for the </a:t>
            </a:r>
            <a:r>
              <a:rPr lang="de-DE" dirty="0" err="1"/>
              <a:t>query</a:t>
            </a:r>
            <a:r>
              <a:rPr lang="de-DE" dirty="0"/>
              <a:t> pool and the </a:t>
            </a:r>
            <a:r>
              <a:rPr lang="de-DE" dirty="0" err="1"/>
              <a:t>gallery</a:t>
            </a:r>
            <a:r>
              <a:rPr lang="de-DE" dirty="0"/>
              <a:t> </a:t>
            </a:r>
            <a:r>
              <a:rPr lang="de-DE" dirty="0" err="1"/>
              <a:t>database</a:t>
            </a:r>
            <a:r>
              <a:rPr lang="de-DE" dirty="0"/>
              <a:t>.</a:t>
            </a:r>
          </a:p>
          <a:p>
            <a:pPr lvl="0"/>
            <a:r>
              <a:rPr lang="de-DE" dirty="0"/>
              <a:t>For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filtered</a:t>
            </a:r>
            <a:r>
              <a:rPr lang="de-DE" dirty="0"/>
              <a:t> </a:t>
            </a:r>
            <a:r>
              <a:rPr lang="de-DE" dirty="0" err="1"/>
              <a:t>query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, </a:t>
            </a:r>
            <a:r>
              <a:rPr lang="de-DE" dirty="0" err="1"/>
              <a:t>retrieve</a:t>
            </a:r>
            <a:r>
              <a:rPr lang="de-DE" dirty="0"/>
              <a:t> the Top-5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gallery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.</a:t>
            </a:r>
          </a:p>
          <a:p>
            <a:r>
              <a:rPr lang="de-DE" dirty="0" err="1"/>
              <a:t>Calculate</a:t>
            </a:r>
            <a:r>
              <a:rPr lang="de-DE" dirty="0"/>
              <a:t> the final Top-1 and Top-5  </a:t>
            </a:r>
            <a:r>
              <a:rPr lang="de-DE" dirty="0" err="1"/>
              <a:t>retrieval</a:t>
            </a:r>
            <a:r>
              <a:rPr lang="de-DE" dirty="0"/>
              <a:t> </a:t>
            </a:r>
            <a:r>
              <a:rPr lang="de-DE" dirty="0" err="1"/>
              <a:t>precision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24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5F38-D6CA-7064-932E-92C69AC30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3379EF-5084-E6DF-7ED0-47C4EA6A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499B61-62B2-2CEA-3C91-84A8B1A4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Dogs vs. Cats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366395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991C-82A0-B914-7306-4B060B40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D0C51-416C-C5EE-4E3F-2E7ACC6F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0B091C-321A-EEED-80F5-511C8FF3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Natural Scene Classification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3312599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7196-24F8-E28E-33B0-A516B3DF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EBF755-03A6-10C2-DD84-2085E463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CA356-43A5-C784-3BD1-A9EB611B7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Real or Generated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281043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6A56C2-F2B3-C368-7E17-D99DEC29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6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74D432-B0FA-CB2B-BFE2-F35E81B74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Leaf Classification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3021455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0803C-B780-09A2-08E0-C620A6CE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5AF378-539B-2EBF-A2F0-B5EA4302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7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4ABE68-D640-0211-011F-A8D9D242A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Face Identification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677040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6526-30AD-DA3B-7876-1143915C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56B9C7-BB8D-5EB8-FAB0-4352B95A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8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A763C2-80FD-FCB2-8224-74624E0B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Medical Image Segmentation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31149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B913-B5FC-506E-7ACB-60E5E447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FE786-09E6-5018-0E0B-062F4D00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9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830851-AD69-0576-A468-EDB1D2F33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Car Detection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4277363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4DEC-E6EA-8DF2-B8BC-466413A3C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CA98E-420F-4198-5AAD-D0C7B009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10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6DF603-70FC-D4F1-72F2-C28983AE2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e-DE" sz="5000" dirty="0"/>
          </a:p>
          <a:p>
            <a:pPr marL="0" indent="0" algn="ctr">
              <a:buNone/>
            </a:pPr>
            <a:endParaRPr lang="de-DE" sz="5000" dirty="0">
              <a:hlinkClick r:id="rId2"/>
            </a:endParaRPr>
          </a:p>
          <a:p>
            <a:pPr marL="0" indent="0" algn="ctr">
              <a:buNone/>
            </a:pPr>
            <a:r>
              <a:rPr lang="de-DE" sz="5000" dirty="0">
                <a:hlinkClick r:id="rId2"/>
              </a:rPr>
              <a:t>Fruit Detection</a:t>
            </a:r>
            <a:endParaRPr lang="de-DE" sz="5000" dirty="0"/>
          </a:p>
        </p:txBody>
      </p:sp>
    </p:spTree>
    <p:extLst>
      <p:ext uri="{BB962C8B-B14F-4D97-AF65-F5344CB8AC3E}">
        <p14:creationId xmlns:p14="http://schemas.microsoft.com/office/powerpoint/2010/main" val="607152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Macintosh PowerPoint</Application>
  <PresentationFormat>Breitbild</PresentationFormat>
  <Paragraphs>49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Project 1</vt:lpstr>
      <vt:lpstr>Project 2</vt:lpstr>
      <vt:lpstr>Project 3</vt:lpstr>
      <vt:lpstr>Project 4</vt:lpstr>
      <vt:lpstr>Project 5</vt:lpstr>
      <vt:lpstr>Project 6</vt:lpstr>
      <vt:lpstr>Project 7</vt:lpstr>
      <vt:lpstr>Project 8</vt:lpstr>
      <vt:lpstr>Project 9</vt:lpstr>
      <vt:lpstr>Project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64</cp:revision>
  <dcterms:created xsi:type="dcterms:W3CDTF">2025-09-28T06:28:24Z</dcterms:created>
  <dcterms:modified xsi:type="dcterms:W3CDTF">2026-10-04T16:36:01Z</dcterms:modified>
</cp:coreProperties>
</file>