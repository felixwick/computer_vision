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0" r:id="rId2"/>
    <p:sldId id="276" r:id="rId3"/>
    <p:sldId id="277" r:id="rId4"/>
    <p:sldId id="257" r:id="rId5"/>
    <p:sldId id="271" r:id="rId6"/>
    <p:sldId id="272" r:id="rId7"/>
    <p:sldId id="269" r:id="rId8"/>
    <p:sldId id="270" r:id="rId9"/>
    <p:sldId id="274" r:id="rId10"/>
    <p:sldId id="275" r:id="rId11"/>
    <p:sldId id="273" r:id="rId12"/>
    <p:sldId id="268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35"/>
  </p:normalViewPr>
  <p:slideViewPr>
    <p:cSldViewPr snapToGrid="0">
      <p:cViewPr varScale="1">
        <p:scale>
          <a:sx n="120" d="100"/>
          <a:sy n="120" d="100"/>
        </p:scale>
        <p:origin x="8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E6B469-E9B6-BA66-637C-DBF07D18F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EF88174-64B9-52EC-B0F0-59CA734665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5E91D27-2574-1ED9-713D-14BA005CD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50150-EF30-9C4C-AE3D-730A155EC207}" type="datetimeFigureOut">
              <a:rPr lang="de-DE" smtClean="0"/>
              <a:t>28.09.25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C055269-3F28-6082-E9C4-32148C4C9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63925F-B140-6B07-58B7-83C0751F5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C6A74-2898-3B4A-A65A-3E4C068264E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5875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F7A3AF-4C88-C94D-0F56-93A7A22B2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E009DCC-E72F-3E14-0AD6-FB61CF2E5F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9D471A0-E3EC-0EA1-D248-A27B217DE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50150-EF30-9C4C-AE3D-730A155EC207}" type="datetimeFigureOut">
              <a:rPr lang="de-DE" smtClean="0"/>
              <a:t>28.09.25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FD83B1F-D8A6-5533-78B0-3D3E407A9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FCC09BF-57BB-F029-6988-7E431AA86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C6A74-2898-3B4A-A65A-3E4C068264E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74332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4A749A-825C-CCAB-3D12-6E10F76F5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FD6B0A2-4BE7-A50E-78FF-84A091DB0D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8B0D73-2F81-1DE9-0EC3-DEBCFECCD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50150-EF30-9C4C-AE3D-730A155EC207}" type="datetimeFigureOut">
              <a:rPr lang="de-DE" smtClean="0"/>
              <a:t>28.09.25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0F56B06-858F-0B64-F1B5-D669C2516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AC4EFC4-1A14-5BA2-29E7-E553D485C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C6A74-2898-3B4A-A65A-3E4C068264E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58645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003A22-E31B-DDA6-789F-F20298BCD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134B98B-B7B3-954D-4AE0-53C97B629B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BC1BC26-2A76-2A04-06F5-CA4544BE0D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C4AF58E-8418-362C-23CA-C5783DDC3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50150-EF30-9C4C-AE3D-730A155EC207}" type="datetimeFigureOut">
              <a:rPr lang="de-DE" smtClean="0"/>
              <a:t>28.09.25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8C44E8B-53B0-DB60-3A00-DFD254141A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10CE9F-3EBC-091D-D0DB-AC5A5657E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C6A74-2898-3B4A-A65A-3E4C068264E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1240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BC9533-9190-43E8-579B-E61711D8E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949CA99-D40F-C23B-2D46-5CD11E8090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793C807-E721-F525-D940-E08816B290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5C85826-DAE2-75CE-B05F-623FC828BF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E18E456-1AB9-BB35-A175-A03ADB616B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5984CB1-A56A-2650-A3FF-22237ACA8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50150-EF30-9C4C-AE3D-730A155EC207}" type="datetimeFigureOut">
              <a:rPr lang="de-DE" smtClean="0"/>
              <a:t>28.09.25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305B0C42-5F33-1751-6CFE-224FB68E1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C61F26B-9EE9-C5FA-A684-2757FB1DD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C6A74-2898-3B4A-A65A-3E4C068264E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836535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25D5E4-7033-651A-07D6-6A6C031C1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681E4B9-0961-2B78-E707-6FA783246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50150-EF30-9C4C-AE3D-730A155EC207}" type="datetimeFigureOut">
              <a:rPr lang="de-DE" smtClean="0"/>
              <a:t>28.09.25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34018FF-04FE-2C39-6483-41EBB6390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07C2C7E-E196-356B-443C-0D8C0EA9D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C6A74-2898-3B4A-A65A-3E4C068264E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274165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9886CB6-2F5F-0D58-9EF1-DCC671970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50150-EF30-9C4C-AE3D-730A155EC207}" type="datetimeFigureOut">
              <a:rPr lang="de-DE" smtClean="0"/>
              <a:t>28.09.25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5493094-1F0F-049A-4A8A-623BAD6EC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87DB7A2-F5FF-CE09-E081-D11304B8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C6A74-2898-3B4A-A65A-3E4C068264E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8584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8AACAA7-4079-4412-9B1E-F96D7A3D5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8D9BA1-8AB9-479F-17EF-7EC6109B1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155EF74-0E00-F3E3-1D52-EA8553E651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A4F8AFD-A5D9-59B4-D7C1-6374EB5A5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50150-EF30-9C4C-AE3D-730A155EC207}" type="datetimeFigureOut">
              <a:rPr lang="de-DE" smtClean="0"/>
              <a:t>28.09.25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71E5DB1-77FF-0EB3-18AB-806F952B1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17DAF61-C8CE-43B0-5A42-8CFBF33C1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C6A74-2898-3B4A-A65A-3E4C068264E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02079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4E06E0-39BD-C45F-EA35-6552B499F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479B8A6-3E55-43C3-5153-0BFC5CC3BE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7F1CE34-8CF1-A20C-C0A0-6A8CB2AEB5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5BFABDC-4684-54F2-34CE-5D6235F96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50150-EF30-9C4C-AE3D-730A155EC207}" type="datetimeFigureOut">
              <a:rPr lang="de-DE" smtClean="0"/>
              <a:t>28.09.25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55F97D6-C88E-26A2-6357-076900D981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15D75B-CD81-3357-E476-0323CDF88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C6A74-2898-3B4A-A65A-3E4C068264E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9431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34318C-4A01-31D1-3C8D-7EDE57347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ED1C1EE-8F15-0B9C-83E1-8B75663112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EF4E95-982E-CDBC-B9F3-FA70D51DB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50150-EF30-9C4C-AE3D-730A155EC207}" type="datetimeFigureOut">
              <a:rPr lang="de-DE" smtClean="0"/>
              <a:t>28.09.25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C78C5DB-3413-DD7B-0B53-EA2DFAC9E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F84385D-A1F0-2388-E9FF-60B57644B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C6A74-2898-3B4A-A65A-3E4C068264E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25395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186ADC9-A9F7-E65A-F97E-A12684D5D4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0950E40-DBFD-5F33-E98C-5B5E4031FF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039E2E-8376-CC50-1052-711C35B96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50150-EF30-9C4C-AE3D-730A155EC207}" type="datetimeFigureOut">
              <a:rPr lang="de-DE" smtClean="0"/>
              <a:t>28.09.25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21211DC-B269-52BB-47D8-C3DEFFD58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8864112-2533-6D36-9872-ECD218352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C6A74-2898-3B4A-A65A-3E4C068264E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168944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1D10C14-73C4-845B-1069-0D8348903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AB61B3-954E-2DA4-FE65-970A1E2B5B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055DD51-F001-CA0D-7F67-4687AD6574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F50150-EF30-9C4C-AE3D-730A155EC207}" type="datetimeFigureOut">
              <a:rPr lang="de-DE" smtClean="0"/>
              <a:t>28.09.25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C7ACB2-F1BE-DBF2-D37B-4E07B21850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40624C-773A-AC51-4D6D-C5F0262C49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7C6A74-2898-3B4A-A65A-3E4C068264E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218817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lme.tf.fau.de/dataset/image-manipulation-dataset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competitions/leaf-classification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competitions/11785-hw2p2-face-recognition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competitions/image-classification-real-or-ai-generated-photo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competitions/dogs-vs-cats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puneet6060/intel-image-classification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competitions/a0-2025-medical-image-segmentation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competitions/cars-object-detection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competitions/a0-2025-object-detection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914AD3-EC20-B5CD-5951-312284578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D6ACBF-8927-875D-94AE-EDC67309F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Project 1: Group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568C2A-AEFC-5D0D-7227-BE045F3EAA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sz="4200" dirty="0"/>
              <a:t>Feature-</a:t>
            </a:r>
            <a:r>
              <a:rPr lang="de-DE" sz="4200" dirty="0" err="1"/>
              <a:t>based</a:t>
            </a:r>
            <a:r>
              <a:rPr lang="de-DE" sz="4200" dirty="0"/>
              <a:t> </a:t>
            </a:r>
            <a:r>
              <a:rPr lang="de-DE" sz="4200" dirty="0" err="1"/>
              <a:t>Object</a:t>
            </a:r>
            <a:r>
              <a:rPr lang="de-DE" sz="4200" dirty="0"/>
              <a:t> Recognition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Find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objects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larger </a:t>
            </a:r>
            <a:r>
              <a:rPr lang="de-DE" dirty="0" err="1"/>
              <a:t>images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(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any</a:t>
            </a:r>
            <a:r>
              <a:rPr lang="de-DE" dirty="0"/>
              <a:t> </a:t>
            </a:r>
            <a:r>
              <a:rPr lang="de-DE" dirty="0" err="1"/>
              <a:t>images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like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.)</a:t>
            </a:r>
          </a:p>
        </p:txBody>
      </p:sp>
    </p:spTree>
    <p:extLst>
      <p:ext uri="{BB962C8B-B14F-4D97-AF65-F5344CB8AC3E}">
        <p14:creationId xmlns:p14="http://schemas.microsoft.com/office/powerpoint/2010/main" val="109856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58583-B400-0DF2-C7D7-FC745A2DC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480933-3B44-FBD2-1A67-3D9A01120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Project 1: Group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EE36AA6-7D67-E7CE-9784-B7B2BDB703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sz="4200" dirty="0"/>
              <a:t>Panorama </a:t>
            </a:r>
            <a:r>
              <a:rPr lang="de-DE" sz="4200" dirty="0" err="1"/>
              <a:t>Stitching</a:t>
            </a:r>
            <a:endParaRPr lang="de-DE" sz="4200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Create a </a:t>
            </a:r>
            <a:r>
              <a:rPr lang="de-DE" dirty="0" err="1"/>
              <a:t>panorama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(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) </a:t>
            </a:r>
            <a:r>
              <a:rPr lang="de-DE" dirty="0" err="1"/>
              <a:t>overlapping</a:t>
            </a:r>
            <a:r>
              <a:rPr lang="de-DE" dirty="0"/>
              <a:t> </a:t>
            </a:r>
            <a:r>
              <a:rPr lang="de-DE" dirty="0" err="1"/>
              <a:t>photos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(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any</a:t>
            </a:r>
            <a:r>
              <a:rPr lang="de-DE" dirty="0"/>
              <a:t> </a:t>
            </a:r>
            <a:r>
              <a:rPr lang="de-DE" dirty="0" err="1"/>
              <a:t>images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like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.)</a:t>
            </a:r>
          </a:p>
        </p:txBody>
      </p:sp>
    </p:spTree>
    <p:extLst>
      <p:ext uri="{BB962C8B-B14F-4D97-AF65-F5344CB8AC3E}">
        <p14:creationId xmlns:p14="http://schemas.microsoft.com/office/powerpoint/2010/main" val="13218179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8A83E-10A3-E071-C3F3-798036F8E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525E24-260F-0322-3E0F-55165212A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Project 1: Group 3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6D2659-A329-EACE-8455-5261BBF869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sz="4200" dirty="0"/>
              <a:t>Feature-</a:t>
            </a:r>
            <a:r>
              <a:rPr lang="de-DE" sz="4200" dirty="0" err="1"/>
              <a:t>based</a:t>
            </a:r>
            <a:r>
              <a:rPr lang="de-DE" sz="4200" dirty="0"/>
              <a:t> Image Forensics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Locate</a:t>
            </a:r>
            <a:r>
              <a:rPr lang="de-DE" dirty="0"/>
              <a:t> </a:t>
            </a:r>
            <a:r>
              <a:rPr lang="de-DE" dirty="0" err="1"/>
              <a:t>altered</a:t>
            </a:r>
            <a:r>
              <a:rPr lang="de-DE" dirty="0"/>
              <a:t> </a:t>
            </a:r>
            <a:r>
              <a:rPr lang="de-DE" dirty="0" err="1"/>
              <a:t>regions</a:t>
            </a:r>
            <a:r>
              <a:rPr lang="de-DE" dirty="0"/>
              <a:t> in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copy-move-manipulated</a:t>
            </a:r>
            <a:r>
              <a:rPr lang="de-DE" dirty="0"/>
              <a:t> </a:t>
            </a:r>
            <a:r>
              <a:rPr lang="de-DE" dirty="0" err="1"/>
              <a:t>images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(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images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>
                <a:hlinkClick r:id="rId2"/>
              </a:rPr>
              <a:t>Image Manipulation Dataset</a:t>
            </a:r>
            <a:r>
              <a:rPr lang="de-DE" dirty="0"/>
              <a:t>. But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images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also </a:t>
            </a:r>
            <a:r>
              <a:rPr lang="de-DE" dirty="0" err="1"/>
              <a:t>fine</a:t>
            </a:r>
            <a:r>
              <a:rPr lang="de-DE" dirty="0"/>
              <a:t>.)</a:t>
            </a:r>
          </a:p>
        </p:txBody>
      </p:sp>
    </p:spTree>
    <p:extLst>
      <p:ext uri="{BB962C8B-B14F-4D97-AF65-F5344CB8AC3E}">
        <p14:creationId xmlns:p14="http://schemas.microsoft.com/office/powerpoint/2010/main" val="11794954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6A56C2-F2B3-C368-7E17-D99DEC298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Project 1: Group 4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274D432-B0FA-CB2B-BFE2-F35E81B740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de-DE" sz="5000" dirty="0"/>
          </a:p>
          <a:p>
            <a:pPr marL="0" indent="0" algn="ctr">
              <a:buNone/>
            </a:pPr>
            <a:r>
              <a:rPr lang="de-DE" sz="5000" dirty="0" err="1"/>
              <a:t>Kaggle</a:t>
            </a:r>
            <a:r>
              <a:rPr lang="de-DE" sz="5000" dirty="0"/>
              <a:t>:</a:t>
            </a:r>
          </a:p>
          <a:p>
            <a:pPr marL="0" indent="0" algn="ctr">
              <a:buNone/>
            </a:pPr>
            <a:r>
              <a:rPr lang="de-DE" sz="5000" dirty="0">
                <a:hlinkClick r:id="rId2"/>
              </a:rPr>
              <a:t>Leaf Classification</a:t>
            </a:r>
            <a:endParaRPr lang="de-DE" sz="5000" dirty="0"/>
          </a:p>
        </p:txBody>
      </p:sp>
    </p:spTree>
    <p:extLst>
      <p:ext uri="{BB962C8B-B14F-4D97-AF65-F5344CB8AC3E}">
        <p14:creationId xmlns:p14="http://schemas.microsoft.com/office/powerpoint/2010/main" val="30214553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0803C-B780-09A2-08E0-C620A6CE5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5AF378-539B-2EBF-A2F0-B5EA4302E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Project 2: Group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4ABE68-D640-0211-011F-A8D9D242A2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de-DE" sz="5000" dirty="0"/>
          </a:p>
          <a:p>
            <a:pPr marL="0" indent="0" algn="ctr">
              <a:buNone/>
            </a:pPr>
            <a:r>
              <a:rPr lang="de-DE" sz="5000" dirty="0" err="1"/>
              <a:t>Kaggle</a:t>
            </a:r>
            <a:r>
              <a:rPr lang="de-DE" sz="5000" dirty="0"/>
              <a:t>:</a:t>
            </a:r>
          </a:p>
          <a:p>
            <a:pPr marL="0" indent="0" algn="ctr">
              <a:buNone/>
            </a:pPr>
            <a:r>
              <a:rPr lang="de-DE" sz="5000" dirty="0">
                <a:hlinkClick r:id="rId2"/>
              </a:rPr>
              <a:t>Face Identification</a:t>
            </a:r>
            <a:endParaRPr lang="de-DE" sz="5000" dirty="0"/>
          </a:p>
        </p:txBody>
      </p:sp>
    </p:spTree>
    <p:extLst>
      <p:ext uri="{BB962C8B-B14F-4D97-AF65-F5344CB8AC3E}">
        <p14:creationId xmlns:p14="http://schemas.microsoft.com/office/powerpoint/2010/main" val="6770402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37196-24F8-E28E-33B0-A516B3DF3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EBF755-03A6-10C2-DD84-2085E4634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Project 2: Group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8CA356-43A5-C784-3BD1-A9EB611B73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de-DE" sz="5000" dirty="0"/>
          </a:p>
          <a:p>
            <a:pPr marL="0" indent="0" algn="ctr">
              <a:buNone/>
            </a:pPr>
            <a:r>
              <a:rPr lang="de-DE" sz="5000" dirty="0" err="1"/>
              <a:t>Kaggle</a:t>
            </a:r>
            <a:r>
              <a:rPr lang="de-DE" sz="5000" dirty="0"/>
              <a:t>:</a:t>
            </a:r>
          </a:p>
          <a:p>
            <a:pPr marL="0" indent="0" algn="ctr">
              <a:buNone/>
            </a:pPr>
            <a:r>
              <a:rPr lang="de-DE" sz="5000" dirty="0">
                <a:hlinkClick r:id="rId2"/>
              </a:rPr>
              <a:t>Real or Generated</a:t>
            </a:r>
            <a:endParaRPr lang="de-DE" sz="5000" dirty="0"/>
          </a:p>
        </p:txBody>
      </p:sp>
    </p:spTree>
    <p:extLst>
      <p:ext uri="{BB962C8B-B14F-4D97-AF65-F5344CB8AC3E}">
        <p14:creationId xmlns:p14="http://schemas.microsoft.com/office/powerpoint/2010/main" val="28104373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85F38-D6CA-7064-932E-92C69AC30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3379EF-5084-E6DF-7ED0-47C4EA6AA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Project 2: Group 3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5499B61-62B2-2CEA-3C91-84A8B1A45A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de-DE" sz="5000" dirty="0"/>
          </a:p>
          <a:p>
            <a:pPr marL="0" indent="0" algn="ctr">
              <a:buNone/>
            </a:pPr>
            <a:r>
              <a:rPr lang="de-DE" sz="5000" dirty="0" err="1"/>
              <a:t>Kaggle</a:t>
            </a:r>
            <a:r>
              <a:rPr lang="de-DE" sz="5000" dirty="0"/>
              <a:t>:</a:t>
            </a:r>
          </a:p>
          <a:p>
            <a:pPr marL="0" indent="0" algn="ctr">
              <a:buNone/>
            </a:pPr>
            <a:r>
              <a:rPr lang="de-DE" sz="5000" dirty="0">
                <a:hlinkClick r:id="rId2"/>
              </a:rPr>
              <a:t>Dogs vs. Cats</a:t>
            </a:r>
            <a:endParaRPr lang="de-DE" sz="5000" dirty="0"/>
          </a:p>
        </p:txBody>
      </p:sp>
    </p:spTree>
    <p:extLst>
      <p:ext uri="{BB962C8B-B14F-4D97-AF65-F5344CB8AC3E}">
        <p14:creationId xmlns:p14="http://schemas.microsoft.com/office/powerpoint/2010/main" val="36639508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3991C-82A0-B914-7306-4B060B407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DD0C51-416C-C5EE-4E3F-2E7ACC6F8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Project 2: Group 4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B0B091C-321A-EEED-80F5-511C8FF3BD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de-DE" sz="5000" dirty="0"/>
          </a:p>
          <a:p>
            <a:pPr marL="0" indent="0" algn="ctr">
              <a:buNone/>
            </a:pPr>
            <a:r>
              <a:rPr lang="de-DE" sz="5000" dirty="0" err="1"/>
              <a:t>Kaggle</a:t>
            </a:r>
            <a:r>
              <a:rPr lang="de-DE" sz="5000" dirty="0"/>
              <a:t>:</a:t>
            </a:r>
          </a:p>
          <a:p>
            <a:pPr marL="0" indent="0" algn="ctr">
              <a:buNone/>
            </a:pPr>
            <a:r>
              <a:rPr lang="de-DE" sz="5000" dirty="0">
                <a:hlinkClick r:id="rId2"/>
              </a:rPr>
              <a:t>Natural Scene Classification</a:t>
            </a:r>
            <a:endParaRPr lang="de-DE" sz="5000" dirty="0"/>
          </a:p>
        </p:txBody>
      </p:sp>
    </p:spTree>
    <p:extLst>
      <p:ext uri="{BB962C8B-B14F-4D97-AF65-F5344CB8AC3E}">
        <p14:creationId xmlns:p14="http://schemas.microsoft.com/office/powerpoint/2010/main" val="33125995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86526-30AD-DA3B-7876-1143915CF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56B9C7-BB8D-5EB8-FAB0-4352B95AF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Project 3: Group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A763C2-80FD-FCB2-8224-74624E0B1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de-DE" sz="5000" dirty="0"/>
          </a:p>
          <a:p>
            <a:pPr marL="0" indent="0" algn="ctr">
              <a:buNone/>
            </a:pPr>
            <a:r>
              <a:rPr lang="de-DE" sz="5000" dirty="0" err="1"/>
              <a:t>Kaggle</a:t>
            </a:r>
            <a:r>
              <a:rPr lang="de-DE" sz="5000" dirty="0"/>
              <a:t>:</a:t>
            </a:r>
          </a:p>
          <a:p>
            <a:pPr marL="0" indent="0" algn="ctr">
              <a:buNone/>
            </a:pPr>
            <a:r>
              <a:rPr lang="de-DE" sz="5000" dirty="0">
                <a:hlinkClick r:id="rId2"/>
              </a:rPr>
              <a:t>Medical Image Segmentation</a:t>
            </a:r>
            <a:endParaRPr lang="de-DE" sz="5000" dirty="0"/>
          </a:p>
        </p:txBody>
      </p:sp>
    </p:spTree>
    <p:extLst>
      <p:ext uri="{BB962C8B-B14F-4D97-AF65-F5344CB8AC3E}">
        <p14:creationId xmlns:p14="http://schemas.microsoft.com/office/powerpoint/2010/main" val="3114979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6B913-B5FC-506E-7ACB-60E5E4474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8FE786-09E6-5018-0E0B-062F4D00C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Project 3: Group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830851-AD69-0576-A468-EDB1D2F33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de-DE" sz="5000" dirty="0"/>
          </a:p>
          <a:p>
            <a:pPr marL="0" indent="0" algn="ctr">
              <a:buNone/>
            </a:pPr>
            <a:r>
              <a:rPr lang="de-DE" sz="5000" dirty="0" err="1"/>
              <a:t>Kaggle</a:t>
            </a:r>
            <a:r>
              <a:rPr lang="de-DE" sz="5000" dirty="0"/>
              <a:t>:</a:t>
            </a:r>
          </a:p>
          <a:p>
            <a:pPr marL="0" indent="0" algn="ctr">
              <a:buNone/>
            </a:pPr>
            <a:r>
              <a:rPr lang="de-DE" sz="5000" dirty="0">
                <a:hlinkClick r:id="rId2"/>
              </a:rPr>
              <a:t>Car Detection</a:t>
            </a:r>
            <a:endParaRPr lang="de-DE" sz="5000" dirty="0"/>
          </a:p>
        </p:txBody>
      </p:sp>
    </p:spTree>
    <p:extLst>
      <p:ext uri="{BB962C8B-B14F-4D97-AF65-F5344CB8AC3E}">
        <p14:creationId xmlns:p14="http://schemas.microsoft.com/office/powerpoint/2010/main" val="42773630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A4DEC-E6EA-8DF2-B8BC-466413A3C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0CA98E-420F-4198-5AAD-D0C7B009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Project 3: Group 3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26DF603-70FC-D4F1-72F2-C28983AE2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de-DE" sz="5000" dirty="0"/>
          </a:p>
          <a:p>
            <a:pPr marL="0" indent="0" algn="ctr">
              <a:buNone/>
            </a:pPr>
            <a:r>
              <a:rPr lang="de-DE" sz="5000" dirty="0" err="1"/>
              <a:t>Kaggle</a:t>
            </a:r>
            <a:r>
              <a:rPr lang="de-DE" sz="5000" dirty="0"/>
              <a:t>:</a:t>
            </a:r>
          </a:p>
          <a:p>
            <a:pPr marL="0" indent="0" algn="ctr">
              <a:buNone/>
            </a:pPr>
            <a:r>
              <a:rPr lang="de-DE" sz="5000" dirty="0">
                <a:hlinkClick r:id="rId2"/>
              </a:rPr>
              <a:t>Fruit Detection</a:t>
            </a:r>
            <a:endParaRPr lang="de-DE" sz="5000" dirty="0"/>
          </a:p>
        </p:txBody>
      </p:sp>
    </p:spTree>
    <p:extLst>
      <p:ext uri="{BB962C8B-B14F-4D97-AF65-F5344CB8AC3E}">
        <p14:creationId xmlns:p14="http://schemas.microsoft.com/office/powerpoint/2010/main" val="6071526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9A9FB-7BFC-25C7-AB3A-5D37EEE0D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398118-C6A7-7E20-E430-1765C8A9F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Project 3: Group 4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98888B-17B4-BEDA-57E2-04A8FF1C7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4200" dirty="0" err="1"/>
              <a:t>Inpainting</a:t>
            </a:r>
            <a:r>
              <a:rPr lang="de-DE" sz="4200" dirty="0"/>
              <a:t> </a:t>
            </a:r>
            <a:r>
              <a:rPr lang="de-DE" sz="4200" dirty="0" err="1"/>
              <a:t>with</a:t>
            </a:r>
            <a:r>
              <a:rPr lang="de-DE" sz="4200" dirty="0"/>
              <a:t> AI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Prompt an </a:t>
            </a:r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synthesis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a </a:t>
            </a:r>
            <a:r>
              <a:rPr lang="de-DE" dirty="0" err="1"/>
              <a:t>visualization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 possible design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my</a:t>
            </a:r>
            <a:r>
              <a:rPr lang="de-DE" dirty="0"/>
              <a:t> front </a:t>
            </a:r>
            <a:r>
              <a:rPr lang="de-DE" dirty="0" err="1"/>
              <a:t>garden</a:t>
            </a:r>
            <a:r>
              <a:rPr lang="de-DE" dirty="0"/>
              <a:t>, </a:t>
            </a:r>
            <a:r>
              <a:rPr lang="de-DE" dirty="0" err="1"/>
              <a:t>using</a:t>
            </a:r>
            <a:r>
              <a:rPr lang="de-DE" dirty="0"/>
              <a:t> a </a:t>
            </a:r>
            <a:r>
              <a:rPr lang="de-DE" dirty="0" err="1"/>
              <a:t>photo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empty</a:t>
            </a:r>
            <a:r>
              <a:rPr lang="de-DE" dirty="0"/>
              <a:t> </a:t>
            </a:r>
            <a:r>
              <a:rPr lang="de-DE" dirty="0" err="1"/>
              <a:t>garden</a:t>
            </a:r>
            <a:r>
              <a:rPr lang="de-DE" dirty="0"/>
              <a:t> and a </a:t>
            </a:r>
            <a:r>
              <a:rPr lang="de-DE" dirty="0" err="1"/>
              <a:t>sketched</a:t>
            </a:r>
            <a:r>
              <a:rPr lang="de-DE" dirty="0"/>
              <a:t> </a:t>
            </a:r>
            <a:r>
              <a:rPr lang="de-DE" dirty="0" err="1"/>
              <a:t>planting</a:t>
            </a:r>
            <a:r>
              <a:rPr lang="de-DE" dirty="0"/>
              <a:t> plan.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(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find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images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projects</a:t>
            </a:r>
            <a:r>
              <a:rPr lang="de-DE" dirty="0"/>
              <a:t> </a:t>
            </a:r>
            <a:r>
              <a:rPr lang="de-DE" dirty="0" err="1"/>
              <a:t>folder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OLAT </a:t>
            </a:r>
            <a:r>
              <a:rPr lang="de-DE" dirty="0" err="1"/>
              <a:t>course</a:t>
            </a:r>
            <a:r>
              <a:rPr lang="de-DE" dirty="0"/>
              <a:t>.)</a:t>
            </a:r>
          </a:p>
        </p:txBody>
      </p:sp>
    </p:spTree>
    <p:extLst>
      <p:ext uri="{BB962C8B-B14F-4D97-AF65-F5344CB8AC3E}">
        <p14:creationId xmlns:p14="http://schemas.microsoft.com/office/powerpoint/2010/main" val="38455013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224</Words>
  <Application>Microsoft Macintosh PowerPoint</Application>
  <PresentationFormat>Breitbild</PresentationFormat>
  <Paragraphs>56</Paragraphs>
  <Slides>12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</vt:lpstr>
      <vt:lpstr>Project 1: Group 1</vt:lpstr>
      <vt:lpstr>Project 1: Group 2</vt:lpstr>
      <vt:lpstr>Project 1: Group 3</vt:lpstr>
      <vt:lpstr>Project 1: Group 4</vt:lpstr>
      <vt:lpstr>Project 2: Group 1</vt:lpstr>
      <vt:lpstr>Project 2: Group 2</vt:lpstr>
      <vt:lpstr>Project 2: Group 3</vt:lpstr>
      <vt:lpstr>Project 2: Group 4</vt:lpstr>
      <vt:lpstr>Project 3: Group 1</vt:lpstr>
      <vt:lpstr>Project 3: Group 2</vt:lpstr>
      <vt:lpstr>Project 3: Group 3</vt:lpstr>
      <vt:lpstr>Project 3: Group 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26</cp:revision>
  <dcterms:created xsi:type="dcterms:W3CDTF">2025-09-28T06:28:24Z</dcterms:created>
  <dcterms:modified xsi:type="dcterms:W3CDTF">2025-09-28T11:46:57Z</dcterms:modified>
</cp:coreProperties>
</file>